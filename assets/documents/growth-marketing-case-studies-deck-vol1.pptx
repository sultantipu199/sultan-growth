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2000"/>
  <p:notesSz cx="9388475" cy="7102475"/>
  <p:embeddedFontLst>
    <p:embeddedFont>
      <p:font typeface="Quattrocento Sans"/>
      <p:regular r:id="rId29"/>
      <p:bold r:id="rId30"/>
      <p:italic r:id="rId31"/>
      <p:boldItalic r:id="rId32"/>
    </p:embeddedFont>
    <p:embeddedFont>
      <p:font typeface="Arial Black"/>
      <p:regular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4" roundtripDataSignature="AMtx7mjLgddIG3rRW0PB1fKoL4Sq78ZC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QuattrocentoSans-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QuattrocentoSans-italic.fntdata"/><Relationship Id="rId30" Type="http://schemas.openxmlformats.org/officeDocument/2006/relationships/font" Target="fonts/QuattrocentoSans-bold.fntdata"/><Relationship Id="rId11" Type="http://schemas.openxmlformats.org/officeDocument/2006/relationships/slide" Target="slides/slide6.xml"/><Relationship Id="rId33" Type="http://schemas.openxmlformats.org/officeDocument/2006/relationships/font" Target="fonts/ArialBlack-regular.fntdata"/><Relationship Id="rId10" Type="http://schemas.openxmlformats.org/officeDocument/2006/relationships/slide" Target="slides/slide5.xml"/><Relationship Id="rId32" Type="http://schemas.openxmlformats.org/officeDocument/2006/relationships/font" Target="fonts/QuattrocentoSans-bold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4068339" cy="356357"/>
          </a:xfrm>
          <a:prstGeom prst="rect">
            <a:avLst/>
          </a:prstGeom>
          <a:noFill/>
          <a:ln>
            <a:noFill/>
          </a:ln>
        </p:spPr>
        <p:txBody>
          <a:bodyPr anchorCtr="0" anchor="t" bIns="47100" lIns="94225" spcFirstLastPara="1" rIns="94225" wrap="square" tIns="471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317963" y="1"/>
            <a:ext cx="4068339" cy="356357"/>
          </a:xfrm>
          <a:prstGeom prst="rect">
            <a:avLst/>
          </a:prstGeom>
          <a:noFill/>
          <a:ln>
            <a:noFill/>
          </a:ln>
        </p:spPr>
        <p:txBody>
          <a:bodyPr anchorCtr="0" anchor="t" bIns="47100" lIns="94225" spcFirstLastPara="1" rIns="94225" wrap="square" tIns="471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746119"/>
            <a:ext cx="4068339" cy="356356"/>
          </a:xfrm>
          <a:prstGeom prst="rect">
            <a:avLst/>
          </a:prstGeom>
          <a:noFill/>
          <a:ln>
            <a:noFill/>
          </a:ln>
        </p:spPr>
        <p:txBody>
          <a:bodyPr anchorCtr="0" anchor="b" bIns="47100" lIns="94225" spcFirstLastPara="1" rIns="94225" wrap="square" tIns="471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rPr lang="en-US"/>
              <a:t>To use this title animation slide with a new image simply 1) move the top semi-transparent shape to the side, 2) delete placeholder image, </a:t>
            </a:r>
            <a:br>
              <a:rPr lang="en-US"/>
            </a:br>
            <a:r>
              <a:rPr lang="en-US"/>
              <a:t>3) click on the picture icon to add a new picture, 4) Move semi-transparent shape back to original position, 5) Update text on slide.</a:t>
            </a:r>
            <a:endParaRPr/>
          </a:p>
          <a:p>
            <a:pPr indent="0" lvl="0" marL="0" rtl="0" algn="l">
              <a:spcBef>
                <a:spcPts val="0"/>
              </a:spcBef>
              <a:spcAft>
                <a:spcPts val="0"/>
              </a:spcAft>
              <a:buNone/>
            </a:pPr>
            <a:r>
              <a:t/>
            </a:r>
            <a:endParaRPr/>
          </a:p>
        </p:txBody>
      </p:sp>
      <p:sp>
        <p:nvSpPr>
          <p:cNvPr id="198" name="Google Shape;198;p1: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2: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t/>
            </a:r>
            <a:endParaRPr/>
          </a:p>
        </p:txBody>
      </p:sp>
      <p:sp>
        <p:nvSpPr>
          <p:cNvPr id="217" name="Google Shape;217;p2: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3: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3: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t/>
            </a:r>
            <a:endParaRPr/>
          </a:p>
        </p:txBody>
      </p:sp>
      <p:sp>
        <p:nvSpPr>
          <p:cNvPr id="226" name="Google Shape;226;p3: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4: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4: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t/>
            </a:r>
            <a:endParaRPr/>
          </a:p>
        </p:txBody>
      </p:sp>
      <p:sp>
        <p:nvSpPr>
          <p:cNvPr id="234" name="Google Shape;234;p4: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5: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5: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t/>
            </a:r>
            <a:endParaRPr/>
          </a:p>
        </p:txBody>
      </p:sp>
      <p:sp>
        <p:nvSpPr>
          <p:cNvPr id="241" name="Google Shape;241;p5: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6: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6: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t/>
            </a:r>
            <a:endParaRPr/>
          </a:p>
        </p:txBody>
      </p:sp>
      <p:sp>
        <p:nvSpPr>
          <p:cNvPr id="249" name="Google Shape;249;p6: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7: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7: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t/>
            </a:r>
            <a:endParaRPr/>
          </a:p>
        </p:txBody>
      </p:sp>
      <p:sp>
        <p:nvSpPr>
          <p:cNvPr id="257" name="Google Shape;257;p7: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8: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8: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t/>
            </a:r>
            <a:endParaRPr/>
          </a:p>
        </p:txBody>
      </p:sp>
      <p:sp>
        <p:nvSpPr>
          <p:cNvPr id="265" name="Google Shape;265;p8: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9: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9: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t/>
            </a:r>
            <a:endParaRPr/>
          </a:p>
        </p:txBody>
      </p:sp>
      <p:sp>
        <p:nvSpPr>
          <p:cNvPr id="273" name="Google Shape;273;p9: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0: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10: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t/>
            </a:r>
            <a:endParaRPr/>
          </a:p>
        </p:txBody>
      </p:sp>
      <p:sp>
        <p:nvSpPr>
          <p:cNvPr id="280" name="Google Shape;280;p10: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1: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1: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t/>
            </a:r>
            <a:endParaRPr/>
          </a:p>
        </p:txBody>
      </p:sp>
      <p:sp>
        <p:nvSpPr>
          <p:cNvPr id="287" name="Google Shape;287;p11: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2: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2: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t/>
            </a:r>
            <a:endParaRPr/>
          </a:p>
        </p:txBody>
      </p:sp>
      <p:sp>
        <p:nvSpPr>
          <p:cNvPr id="295" name="Google Shape;295;p12: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3: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13: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t/>
            </a:r>
            <a:endParaRPr/>
          </a:p>
        </p:txBody>
      </p:sp>
      <p:sp>
        <p:nvSpPr>
          <p:cNvPr id="303" name="Google Shape;303;p13: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4: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14: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t/>
            </a:r>
            <a:endParaRPr/>
          </a:p>
        </p:txBody>
      </p:sp>
      <p:sp>
        <p:nvSpPr>
          <p:cNvPr id="311" name="Google Shape;311;p14: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5: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5: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t/>
            </a:r>
            <a:endParaRPr/>
          </a:p>
        </p:txBody>
      </p:sp>
      <p:sp>
        <p:nvSpPr>
          <p:cNvPr id="319" name="Google Shape;319;p15: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6: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16: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t/>
            </a:r>
            <a:endParaRPr/>
          </a:p>
        </p:txBody>
      </p:sp>
      <p:sp>
        <p:nvSpPr>
          <p:cNvPr id="327" name="Google Shape;327;p16: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7: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7: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rPr b="1" lang="en-US"/>
              <a:t>Tip:</a:t>
            </a:r>
            <a:endParaRPr/>
          </a:p>
          <a:p>
            <a:pPr indent="0" lvl="0" marL="0" rtl="0" algn="l">
              <a:spcBef>
                <a:spcPts val="0"/>
              </a:spcBef>
              <a:spcAft>
                <a:spcPts val="0"/>
              </a:spcAft>
              <a:buNone/>
            </a:pPr>
            <a:r>
              <a:rPr lang="en-US"/>
              <a:t>When using complex image as full-bleed background add a transparency (70%-90%) fill layer to give contrast to text. </a:t>
            </a:r>
            <a:endParaRPr/>
          </a:p>
        </p:txBody>
      </p:sp>
      <p:sp>
        <p:nvSpPr>
          <p:cNvPr id="335" name="Google Shape;335;p17: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8: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18: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rPr b="1" lang="en-US"/>
              <a:t>Tip:</a:t>
            </a:r>
            <a:endParaRPr/>
          </a:p>
          <a:p>
            <a:pPr indent="0" lvl="0" marL="0" rtl="0" algn="l">
              <a:spcBef>
                <a:spcPts val="0"/>
              </a:spcBef>
              <a:spcAft>
                <a:spcPts val="0"/>
              </a:spcAft>
              <a:buNone/>
            </a:pPr>
            <a:r>
              <a:rPr lang="en-US"/>
              <a:t>When using complex image as full-bleed background add a transparency (70%-90%) fill layer to give contrast to text. </a:t>
            </a:r>
            <a:endParaRPr/>
          </a:p>
        </p:txBody>
      </p:sp>
      <p:sp>
        <p:nvSpPr>
          <p:cNvPr id="344" name="Google Shape;344;p18: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9: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19: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rPr b="1" lang="en-US"/>
              <a:t>Tip:</a:t>
            </a:r>
            <a:endParaRPr/>
          </a:p>
          <a:p>
            <a:pPr indent="0" lvl="0" marL="0" rtl="0" algn="l">
              <a:spcBef>
                <a:spcPts val="0"/>
              </a:spcBef>
              <a:spcAft>
                <a:spcPts val="0"/>
              </a:spcAft>
              <a:buNone/>
            </a:pPr>
            <a:r>
              <a:rPr lang="en-US"/>
              <a:t>When using complex image as full-bleed background add a transparency (70%-90%) fill layer to give contrast to text. </a:t>
            </a:r>
            <a:endParaRPr/>
          </a:p>
        </p:txBody>
      </p:sp>
      <p:sp>
        <p:nvSpPr>
          <p:cNvPr id="353" name="Google Shape;353;p19: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0: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20: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rPr b="1" lang="en-US"/>
              <a:t>Tip:</a:t>
            </a:r>
            <a:endParaRPr/>
          </a:p>
          <a:p>
            <a:pPr indent="0" lvl="0" marL="0" rtl="0" algn="l">
              <a:spcBef>
                <a:spcPts val="0"/>
              </a:spcBef>
              <a:spcAft>
                <a:spcPts val="0"/>
              </a:spcAft>
              <a:buNone/>
            </a:pPr>
            <a:r>
              <a:rPr lang="en-US"/>
              <a:t>When using complex image as full-bleed background add a transparency (70%-90%) fill layer to give contrast to text. </a:t>
            </a:r>
            <a:endParaRPr/>
          </a:p>
        </p:txBody>
      </p:sp>
      <p:sp>
        <p:nvSpPr>
          <p:cNvPr id="362" name="Google Shape;362;p20: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1: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21: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rPr b="1" lang="en-US"/>
              <a:t>Tip:</a:t>
            </a:r>
            <a:endParaRPr/>
          </a:p>
          <a:p>
            <a:pPr indent="0" lvl="0" marL="0" rtl="0" algn="l">
              <a:spcBef>
                <a:spcPts val="0"/>
              </a:spcBef>
              <a:spcAft>
                <a:spcPts val="0"/>
              </a:spcAft>
              <a:buNone/>
            </a:pPr>
            <a:r>
              <a:rPr lang="en-US"/>
              <a:t>When using complex image as full-bleed background add a transparency (70%-90%) fill layer to give contrast to text. </a:t>
            </a:r>
            <a:endParaRPr/>
          </a:p>
        </p:txBody>
      </p:sp>
      <p:sp>
        <p:nvSpPr>
          <p:cNvPr id="371" name="Google Shape;371;p21: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2: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22: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rPr b="1" lang="en-US"/>
              <a:t>Tip:</a:t>
            </a:r>
            <a:endParaRPr/>
          </a:p>
          <a:p>
            <a:pPr indent="0" lvl="0" marL="0" rtl="0" algn="l">
              <a:spcBef>
                <a:spcPts val="0"/>
              </a:spcBef>
              <a:spcAft>
                <a:spcPts val="0"/>
              </a:spcAft>
              <a:buNone/>
            </a:pPr>
            <a:r>
              <a:rPr lang="en-US"/>
              <a:t>When using complex image as full-bleed background add a transparency (70%-90%) fill layer to give contrast to text. </a:t>
            </a:r>
            <a:endParaRPr/>
          </a:p>
        </p:txBody>
      </p:sp>
      <p:sp>
        <p:nvSpPr>
          <p:cNvPr id="380" name="Google Shape;380;p22: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3: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23:notes"/>
          <p:cNvSpPr txBox="1"/>
          <p:nvPr>
            <p:ph idx="1" type="body"/>
          </p:nvPr>
        </p:nvSpPr>
        <p:spPr>
          <a:xfrm>
            <a:off x="938848" y="3418066"/>
            <a:ext cx="7510780" cy="2796600"/>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t/>
            </a:r>
            <a:endParaRPr/>
          </a:p>
        </p:txBody>
      </p:sp>
      <p:sp>
        <p:nvSpPr>
          <p:cNvPr id="389" name="Google Shape;389;p23:notes"/>
          <p:cNvSpPr txBox="1"/>
          <p:nvPr>
            <p:ph idx="3" type="hdr"/>
          </p:nvPr>
        </p:nvSpPr>
        <p:spPr>
          <a:xfrm>
            <a:off x="0" y="1"/>
            <a:ext cx="4068339" cy="356357"/>
          </a:xfrm>
          <a:prstGeom prst="rect">
            <a:avLst/>
          </a:prstGeom>
          <a:noFill/>
          <a:ln>
            <a:noFill/>
          </a:ln>
        </p:spPr>
        <p:txBody>
          <a:bodyPr anchorCtr="0" anchor="t" bIns="47100" lIns="94225" spcFirstLastPara="1" rIns="94225" wrap="square" tIns="471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endParaRPr>
          </a:p>
        </p:txBody>
      </p:sp>
      <p:sp>
        <p:nvSpPr>
          <p:cNvPr id="390" name="Google Shape;390;p23:notes"/>
          <p:cNvSpPr txBox="1"/>
          <p:nvPr>
            <p:ph idx="11" type="ftr"/>
          </p:nvPr>
        </p:nvSpPr>
        <p:spPr>
          <a:xfrm>
            <a:off x="0" y="6746119"/>
            <a:ext cx="4068339" cy="356356"/>
          </a:xfrm>
          <a:prstGeom prst="rect">
            <a:avLst/>
          </a:prstGeom>
          <a:noFill/>
          <a:ln>
            <a:noFill/>
          </a:ln>
        </p:spPr>
        <p:txBody>
          <a:bodyPr anchorCtr="0" anchor="b" bIns="47100" lIns="94225" spcFirstLastPara="1" rIns="94225" wrap="square" tIns="47100">
            <a:noAutofit/>
          </a:bodyPr>
          <a:lstStyle/>
          <a:p>
            <a:pPr indent="0" lvl="0" marL="0" marR="0" rtl="0" algn="l">
              <a:lnSpc>
                <a:spcPct val="100000"/>
              </a:lnSpc>
              <a:spcBef>
                <a:spcPts val="0"/>
              </a:spcBef>
              <a:spcAft>
                <a:spcPts val="0"/>
              </a:spcAft>
              <a:buClr>
                <a:srgbClr val="000000"/>
              </a:buClr>
              <a:buSzPts val="400"/>
              <a:buFont typeface="Quattrocento Sans"/>
              <a:buNone/>
            </a:pPr>
            <a:r>
              <a:rPr b="0" i="0" lang="en-US" sz="400" u="none" cap="none" strike="noStrike">
                <a:solidFill>
                  <a:srgbClr val="000000"/>
                </a:solidFill>
                <a:latin typeface="Quattrocento Sans"/>
                <a:ea typeface="Quattrocento Sans"/>
                <a:cs typeface="Quattrocento Sans"/>
                <a:sym typeface="Quattrocento Sans"/>
              </a:rPr>
              <a:t>© 2014 Microsoft Corporation. All rights reserved. MICROSOFT MAKES NO WARRANTIES, EXPRESS, IMPLIED OR STATUTORY, AS TO THE INFORMATION IN THIS PRESENTATION.</a:t>
            </a:r>
            <a:endParaRPr/>
          </a:p>
        </p:txBody>
      </p:sp>
      <p:sp>
        <p:nvSpPr>
          <p:cNvPr id="391" name="Google Shape;391;p23:notes"/>
          <p:cNvSpPr txBox="1"/>
          <p:nvPr>
            <p:ph idx="10" type="dt"/>
          </p:nvPr>
        </p:nvSpPr>
        <p:spPr>
          <a:xfrm>
            <a:off x="5317963" y="1"/>
            <a:ext cx="4068339" cy="356357"/>
          </a:xfrm>
          <a:prstGeom prst="rect">
            <a:avLst/>
          </a:prstGeom>
          <a:noFill/>
          <a:ln>
            <a:noFill/>
          </a:ln>
        </p:spPr>
        <p:txBody>
          <a:bodyPr anchorCtr="0" anchor="t" bIns="47100" lIns="94225" spcFirstLastPara="1" rIns="94225" wrap="square" tIns="47100">
            <a:noAutofit/>
          </a:bodyPr>
          <a:lstStyle/>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rPr>
              <a:t>4/9/2022 2:32 PM</a:t>
            </a:r>
            <a:endParaRPr b="0" i="0" sz="1800" u="none" cap="none" strike="noStrike">
              <a:solidFill>
                <a:srgbClr val="000000"/>
              </a:solidFill>
            </a:endParaRPr>
          </a:p>
        </p:txBody>
      </p:sp>
      <p:sp>
        <p:nvSpPr>
          <p:cNvPr id="392" name="Google Shape;392;p23:notes"/>
          <p:cNvSpPr txBox="1"/>
          <p:nvPr>
            <p:ph idx="12" type="sldNum"/>
          </p:nvPr>
        </p:nvSpPr>
        <p:spPr>
          <a:xfrm>
            <a:off x="5317963" y="6746119"/>
            <a:ext cx="4068339" cy="356356"/>
          </a:xfrm>
          <a:prstGeom prst="rect">
            <a:avLst/>
          </a:prstGeom>
          <a:noFill/>
          <a:ln>
            <a:noFill/>
          </a:ln>
        </p:spPr>
        <p:txBody>
          <a:bodyPr anchorCtr="0" anchor="b" bIns="47100" lIns="94225" spcFirstLastPara="1" rIns="94225" wrap="square" tIns="471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rPr>
              <a:t>‹#›</a:t>
            </a:fld>
            <a:endParaRPr b="0" i="0" sz="1800" u="none" cap="none" strike="noStrike">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hyperlink" Target="http://www.nealanalytics.com/templates/" TargetMode="External"/><Relationship Id="rId4" Type="http://schemas.openxmlformats.org/officeDocument/2006/relationships/hyperlink" Target="http://www.nealanalytics.com/neal-creative/templates/" TargetMode="External"/><Relationship Id="rId5"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www.nealanalytics.com/neal-creative/templates/"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hyperlink" Target="http://www.nealanalytics.com/templates/" TargetMode="External"/><Relationship Id="rId4" Type="http://schemas.openxmlformats.org/officeDocument/2006/relationships/hyperlink" Target="http://www.nealanalytics.com/neal-creative/templates/"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bg>
      <p:bgPr>
        <a:solidFill>
          <a:schemeClr val="dk2"/>
        </a:solidFill>
      </p:bgPr>
    </p:bg>
    <p:spTree>
      <p:nvGrpSpPr>
        <p:cNvPr id="13" name="Shape 13"/>
        <p:cNvGrpSpPr/>
        <p:nvPr/>
      </p:nvGrpSpPr>
      <p:grpSpPr>
        <a:xfrm>
          <a:off x="0" y="0"/>
          <a:ext cx="0" cy="0"/>
          <a:chOff x="0" y="0"/>
          <a:chExt cx="0" cy="0"/>
        </a:xfrm>
      </p:grpSpPr>
      <p:sp>
        <p:nvSpPr>
          <p:cNvPr id="14" name="Google Shape;14;p27"/>
          <p:cNvSpPr/>
          <p:nvPr>
            <p:ph idx="2" type="pic"/>
          </p:nvPr>
        </p:nvSpPr>
        <p:spPr>
          <a:xfrm>
            <a:off x="0" y="0"/>
            <a:ext cx="12192000" cy="6858000"/>
          </a:xfrm>
          <a:prstGeom prst="rect">
            <a:avLst/>
          </a:prstGeom>
          <a:noFill/>
          <a:ln>
            <a:noFill/>
          </a:ln>
        </p:spPr>
      </p:sp>
      <p:sp>
        <p:nvSpPr>
          <p:cNvPr id="15" name="Google Shape;15;p27"/>
          <p:cNvSpPr txBox="1"/>
          <p:nvPr>
            <p:ph idx="12" type="sldNum"/>
          </p:nvPr>
        </p:nvSpPr>
        <p:spPr>
          <a:xfrm>
            <a:off x="11747687" y="6465381"/>
            <a:ext cx="4314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 name="Google Shape;16;p27"/>
          <p:cNvSpPr txBox="1"/>
          <p:nvPr>
            <p:ph type="title"/>
          </p:nvPr>
        </p:nvSpPr>
        <p:spPr>
          <a:xfrm>
            <a:off x="966652" y="2567613"/>
            <a:ext cx="8804365" cy="1403495"/>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F7FCFF"/>
              </a:buClr>
              <a:buSzPts val="8800"/>
              <a:buFont typeface="Quattrocento Sans"/>
              <a:buNone/>
              <a:defRPr b="1" i="0" sz="8800">
                <a:solidFill>
                  <a:srgbClr val="F7FCFF"/>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7"/>
          <p:cNvSpPr txBox="1"/>
          <p:nvPr>
            <p:ph idx="1" type="body"/>
          </p:nvPr>
        </p:nvSpPr>
        <p:spPr>
          <a:xfrm>
            <a:off x="1581150" y="3971108"/>
            <a:ext cx="9461500" cy="757130"/>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rgbClr val="F7FCFF"/>
              </a:buClr>
              <a:buSzPts val="4800"/>
              <a:buNone/>
              <a:defRPr b="1" i="0" sz="4800">
                <a:solidFill>
                  <a:srgbClr val="F7FCFF"/>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rgbClr val="FEFEFE"/>
              </a:buClr>
              <a:buSzPts val="2000"/>
              <a:buNone/>
              <a:defRPr/>
            </a:lvl2pPr>
            <a:lvl3pPr indent="-228600" lvl="2" marL="1371600" algn="l">
              <a:lnSpc>
                <a:spcPct val="90000"/>
              </a:lnSpc>
              <a:spcBef>
                <a:spcPts val="1200"/>
              </a:spcBef>
              <a:spcAft>
                <a:spcPts val="0"/>
              </a:spcAft>
              <a:buClr>
                <a:schemeClr val="lt2"/>
              </a:buClr>
              <a:buSzPts val="2000"/>
              <a:buNone/>
              <a:defRPr/>
            </a:lvl3pPr>
            <a:lvl4pPr indent="-228600" lvl="3" marL="1828800" algn="l">
              <a:lnSpc>
                <a:spcPct val="90000"/>
              </a:lnSpc>
              <a:spcBef>
                <a:spcPts val="1200"/>
              </a:spcBef>
              <a:spcAft>
                <a:spcPts val="0"/>
              </a:spcAft>
              <a:buClr>
                <a:srgbClr val="FEFEFE"/>
              </a:buClr>
              <a:buSzPts val="1600"/>
              <a:buNone/>
              <a:defRPr/>
            </a:lvl4pPr>
            <a:lvl5pPr indent="-228600" lvl="4" marL="2286000" algn="l">
              <a:lnSpc>
                <a:spcPct val="90000"/>
              </a:lnSpc>
              <a:spcBef>
                <a:spcPts val="600"/>
              </a:spcBef>
              <a:spcAft>
                <a:spcPts val="0"/>
              </a:spcAft>
              <a:buClr>
                <a:srgbClr val="FEFEFE"/>
              </a:buClr>
              <a:buSzPts val="1600"/>
              <a:buNone/>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Quote dark option FLUSH LEFT">
  <p:cSld name="4_Quote dark option FLUSH LEFT">
    <p:bg>
      <p:bgPr>
        <a:solidFill>
          <a:schemeClr val="dk2"/>
        </a:solidFill>
      </p:bgPr>
    </p:bg>
    <p:spTree>
      <p:nvGrpSpPr>
        <p:cNvPr id="22" name="Shape 22"/>
        <p:cNvGrpSpPr/>
        <p:nvPr/>
      </p:nvGrpSpPr>
      <p:grpSpPr>
        <a:xfrm>
          <a:off x="0" y="0"/>
          <a:ext cx="0" cy="0"/>
          <a:chOff x="0" y="0"/>
          <a:chExt cx="0" cy="0"/>
        </a:xfrm>
      </p:grpSpPr>
      <p:sp>
        <p:nvSpPr>
          <p:cNvPr id="23" name="Google Shape;23;p28"/>
          <p:cNvSpPr txBox="1"/>
          <p:nvPr>
            <p:ph idx="1" type="body"/>
          </p:nvPr>
        </p:nvSpPr>
        <p:spPr>
          <a:xfrm>
            <a:off x="304800" y="2884235"/>
            <a:ext cx="11658600" cy="1089529"/>
          </a:xfrm>
          <a:prstGeom prst="rect">
            <a:avLst/>
          </a:prstGeom>
          <a:noFill/>
          <a:ln>
            <a:noFill/>
          </a:ln>
        </p:spPr>
        <p:txBody>
          <a:bodyPr anchorCtr="0" anchor="ctr" bIns="45700" lIns="91425" spcFirstLastPara="1" rIns="91425" wrap="square" tIns="45700">
            <a:spAutoFit/>
          </a:bodyPr>
          <a:lstStyle>
            <a:lvl1pPr indent="-228600" lvl="0" marL="457200" algn="l">
              <a:lnSpc>
                <a:spcPct val="90000"/>
              </a:lnSpc>
              <a:spcBef>
                <a:spcPts val="0"/>
              </a:spcBef>
              <a:spcAft>
                <a:spcPts val="0"/>
              </a:spcAft>
              <a:buClr>
                <a:srgbClr val="F7FCFF"/>
              </a:buClr>
              <a:buSzPts val="3600"/>
              <a:buNone/>
              <a:defRPr b="0" sz="3600">
                <a:solidFill>
                  <a:srgbClr val="F7FCFF"/>
                </a:solidFill>
              </a:defRPr>
            </a:lvl1pPr>
            <a:lvl2pPr indent="-228600" lvl="1" marL="914400" algn="l">
              <a:lnSpc>
                <a:spcPct val="90000"/>
              </a:lnSpc>
              <a:spcBef>
                <a:spcPts val="0"/>
              </a:spcBef>
              <a:spcAft>
                <a:spcPts val="0"/>
              </a:spcAft>
              <a:buClr>
                <a:srgbClr val="F7FCFF"/>
              </a:buClr>
              <a:buSzPts val="3600"/>
              <a:buNone/>
              <a:defRPr b="1" sz="3600">
                <a:solidFill>
                  <a:srgbClr val="F7FCFF"/>
                </a:solidFill>
                <a:latin typeface="Quattrocento Sans"/>
                <a:ea typeface="Quattrocento Sans"/>
                <a:cs typeface="Quattrocento Sans"/>
                <a:sym typeface="Quattrocento Sans"/>
              </a:defRPr>
            </a:lvl2pPr>
            <a:lvl3pPr indent="-228600" lvl="2" marL="1371600" algn="l">
              <a:lnSpc>
                <a:spcPct val="90000"/>
              </a:lnSpc>
              <a:spcBef>
                <a:spcPts val="1200"/>
              </a:spcBef>
              <a:spcAft>
                <a:spcPts val="0"/>
              </a:spcAft>
              <a:buClr>
                <a:schemeClr val="dk2"/>
              </a:buClr>
              <a:buSzPts val="1800"/>
              <a:buNone/>
              <a:defRPr/>
            </a:lvl3pPr>
            <a:lvl4pPr indent="-228600" lvl="3" marL="1828800" algn="l">
              <a:lnSpc>
                <a:spcPct val="90000"/>
              </a:lnSpc>
              <a:spcBef>
                <a:spcPts val="1200"/>
              </a:spcBef>
              <a:spcAft>
                <a:spcPts val="0"/>
              </a:spcAft>
              <a:buClr>
                <a:srgbClr val="262626"/>
              </a:buClr>
              <a:buSzPts val="1800"/>
              <a:buNone/>
              <a:defRPr/>
            </a:lvl4pPr>
            <a:lvl5pPr indent="-228600" lvl="4" marL="2286000" algn="l">
              <a:lnSpc>
                <a:spcPct val="90000"/>
              </a:lnSpc>
              <a:spcBef>
                <a:spcPts val="600"/>
              </a:spcBef>
              <a:spcAft>
                <a:spcPts val="0"/>
              </a:spcAft>
              <a:buClr>
                <a:srgbClr val="262626"/>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8"/>
          <p:cNvSpPr/>
          <p:nvPr/>
        </p:nvSpPr>
        <p:spPr>
          <a:xfrm>
            <a:off x="129521" y="0"/>
            <a:ext cx="2749481" cy="1364786"/>
          </a:xfrm>
          <a:custGeom>
            <a:rect b="b" l="l" r="r" t="t"/>
            <a:pathLst>
              <a:path extrusionOk="0" h="2353474" w="4741280">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5" name="Google Shape;25;p28"/>
          <p:cNvSpPr txBox="1"/>
          <p:nvPr>
            <p:ph idx="2" type="body"/>
          </p:nvPr>
        </p:nvSpPr>
        <p:spPr>
          <a:xfrm>
            <a:off x="3865562" y="5276808"/>
            <a:ext cx="8097838" cy="369332"/>
          </a:xfrm>
          <a:prstGeom prst="rect">
            <a:avLst/>
          </a:prstGeom>
          <a:noFill/>
          <a:ln>
            <a:noFill/>
          </a:ln>
        </p:spPr>
        <p:txBody>
          <a:bodyPr anchorCtr="0" anchor="t" bIns="45700" lIns="91425" spcFirstLastPara="1" rIns="91425" wrap="square" tIns="45700">
            <a:spAutoFit/>
          </a:bodyPr>
          <a:lstStyle>
            <a:lvl1pPr indent="-228600" lvl="0" marL="457200" algn="r">
              <a:lnSpc>
                <a:spcPct val="90000"/>
              </a:lnSpc>
              <a:spcBef>
                <a:spcPts val="0"/>
              </a:spcBef>
              <a:spcAft>
                <a:spcPts val="0"/>
              </a:spcAft>
              <a:buClr>
                <a:schemeClr val="lt1"/>
              </a:buClr>
              <a:buSzPts val="2000"/>
              <a:buNone/>
              <a:defRPr b="0" sz="2000">
                <a:solidFill>
                  <a:schemeClr val="lt1"/>
                </a:solidFill>
              </a:defRPr>
            </a:lvl1pPr>
            <a:lvl2pPr indent="-228600" lvl="1" marL="914400" algn="r">
              <a:lnSpc>
                <a:spcPct val="90000"/>
              </a:lnSpc>
              <a:spcBef>
                <a:spcPts val="500"/>
              </a:spcBef>
              <a:spcAft>
                <a:spcPts val="0"/>
              </a:spcAft>
              <a:buClr>
                <a:schemeClr val="lt1"/>
              </a:buClr>
              <a:buSzPts val="2000"/>
              <a:buNone/>
              <a:defRPr>
                <a:solidFill>
                  <a:schemeClr val="lt1"/>
                </a:solidFill>
              </a:defRPr>
            </a:lvl2pPr>
            <a:lvl3pPr indent="-228600" lvl="2" marL="1371600" algn="l">
              <a:lnSpc>
                <a:spcPct val="90000"/>
              </a:lnSpc>
              <a:spcBef>
                <a:spcPts val="1200"/>
              </a:spcBef>
              <a:spcAft>
                <a:spcPts val="0"/>
              </a:spcAft>
              <a:buClr>
                <a:schemeClr val="dk2"/>
              </a:buClr>
              <a:buSzPts val="1800"/>
              <a:buNone/>
              <a:defRPr/>
            </a:lvl3pPr>
            <a:lvl4pPr indent="-228600" lvl="3" marL="1828800" algn="l">
              <a:lnSpc>
                <a:spcPct val="90000"/>
              </a:lnSpc>
              <a:spcBef>
                <a:spcPts val="1200"/>
              </a:spcBef>
              <a:spcAft>
                <a:spcPts val="0"/>
              </a:spcAft>
              <a:buClr>
                <a:srgbClr val="262626"/>
              </a:buClr>
              <a:buSzPts val="1800"/>
              <a:buNone/>
              <a:defRPr/>
            </a:lvl4pPr>
            <a:lvl5pPr indent="-228600" lvl="4" marL="2286000" algn="l">
              <a:lnSpc>
                <a:spcPct val="90000"/>
              </a:lnSpc>
              <a:spcBef>
                <a:spcPts val="600"/>
              </a:spcBef>
              <a:spcAft>
                <a:spcPts val="0"/>
              </a:spcAft>
              <a:buClr>
                <a:srgbClr val="262626"/>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ark Callout with small Non-bulleted">
  <p:cSld name="2_dark Callout with small Non-bulleted">
    <p:bg>
      <p:bgPr>
        <a:solidFill>
          <a:schemeClr val="dk2"/>
        </a:solidFill>
      </p:bgPr>
    </p:bg>
    <p:spTree>
      <p:nvGrpSpPr>
        <p:cNvPr id="26" name="Shape 26"/>
        <p:cNvGrpSpPr/>
        <p:nvPr/>
      </p:nvGrpSpPr>
      <p:grpSpPr>
        <a:xfrm>
          <a:off x="0" y="0"/>
          <a:ext cx="0" cy="0"/>
          <a:chOff x="0" y="0"/>
          <a:chExt cx="0" cy="0"/>
        </a:xfrm>
      </p:grpSpPr>
      <p:sp>
        <p:nvSpPr>
          <p:cNvPr id="27" name="Google Shape;27;p29"/>
          <p:cNvSpPr txBox="1"/>
          <p:nvPr>
            <p:ph idx="1" type="body"/>
          </p:nvPr>
        </p:nvSpPr>
        <p:spPr>
          <a:xfrm>
            <a:off x="304800" y="2597273"/>
            <a:ext cx="4868985" cy="1643527"/>
          </a:xfrm>
          <a:prstGeom prst="rect">
            <a:avLst/>
          </a:prstGeom>
          <a:noFill/>
          <a:ln>
            <a:noFill/>
          </a:ln>
        </p:spPr>
        <p:txBody>
          <a:bodyPr anchorCtr="0" anchor="t" bIns="45700" lIns="91425" spcFirstLastPara="1" rIns="91425" wrap="square" tIns="45700">
            <a:spAutoFit/>
          </a:bodyPr>
          <a:lstStyle>
            <a:lvl1pPr indent="-228600" lvl="0" marL="457200" marR="0" algn="l">
              <a:lnSpc>
                <a:spcPct val="90000"/>
              </a:lnSpc>
              <a:spcBef>
                <a:spcPts val="1200"/>
              </a:spcBef>
              <a:spcAft>
                <a:spcPts val="0"/>
              </a:spcAft>
              <a:buClr>
                <a:schemeClr val="dk1"/>
              </a:buClr>
              <a:buSzPts val="2520"/>
              <a:buFont typeface="Noto Sans Symbols"/>
              <a:buNone/>
              <a:defRPr b="0" sz="2800">
                <a:solidFill>
                  <a:schemeClr val="lt1"/>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rgbClr val="595959"/>
              </a:buClr>
              <a:buSzPts val="1961"/>
              <a:buNone/>
              <a:defRPr sz="1961"/>
            </a:lvl2pPr>
            <a:lvl3pPr indent="-228600" lvl="2" marL="1371600" algn="l">
              <a:lnSpc>
                <a:spcPct val="90000"/>
              </a:lnSpc>
              <a:spcBef>
                <a:spcPts val="1200"/>
              </a:spcBef>
              <a:spcAft>
                <a:spcPts val="0"/>
              </a:spcAft>
              <a:buClr>
                <a:schemeClr val="dk2"/>
              </a:buClr>
              <a:buSzPts val="1961"/>
              <a:buNone/>
              <a:defRPr sz="1961"/>
            </a:lvl3pPr>
            <a:lvl4pPr indent="-228600" lvl="3" marL="1828800" algn="l">
              <a:lnSpc>
                <a:spcPct val="90000"/>
              </a:lnSpc>
              <a:spcBef>
                <a:spcPts val="1200"/>
              </a:spcBef>
              <a:spcAft>
                <a:spcPts val="0"/>
              </a:spcAft>
              <a:buClr>
                <a:srgbClr val="262626"/>
              </a:buClr>
              <a:buSzPts val="1600"/>
              <a:buNone/>
              <a:defRPr/>
            </a:lvl4pPr>
            <a:lvl5pPr indent="-228600" lvl="4" marL="2286000" algn="l">
              <a:lnSpc>
                <a:spcPct val="90000"/>
              </a:lnSpc>
              <a:spcBef>
                <a:spcPts val="600"/>
              </a:spcBef>
              <a:spcAft>
                <a:spcPts val="0"/>
              </a:spcAft>
              <a:buClr>
                <a:srgbClr val="262626"/>
              </a:buClr>
              <a:buSzPts val="16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29"/>
          <p:cNvSpPr txBox="1"/>
          <p:nvPr>
            <p:ph idx="2" type="body"/>
          </p:nvPr>
        </p:nvSpPr>
        <p:spPr>
          <a:xfrm>
            <a:off x="6096000" y="419100"/>
            <a:ext cx="5671764" cy="1843069"/>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lt1"/>
              </a:buClr>
              <a:buSzPts val="2200"/>
              <a:buNone/>
              <a:defRPr sz="2200">
                <a:solidFill>
                  <a:schemeClr val="lt1"/>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chemeClr val="lt1"/>
              </a:buClr>
              <a:buSzPts val="2000"/>
              <a:buNone/>
              <a:defRPr sz="2000">
                <a:solidFill>
                  <a:schemeClr val="lt1"/>
                </a:solidFill>
                <a:latin typeface="Quattrocento Sans"/>
                <a:ea typeface="Quattrocento Sans"/>
                <a:cs typeface="Quattrocento Sans"/>
                <a:sym typeface="Quattrocento Sans"/>
              </a:defRPr>
            </a:lvl2pPr>
            <a:lvl3pPr indent="-228600" lvl="2" marL="1371600" algn="l">
              <a:lnSpc>
                <a:spcPct val="90000"/>
              </a:lnSpc>
              <a:spcBef>
                <a:spcPts val="1200"/>
              </a:spcBef>
              <a:spcAft>
                <a:spcPts val="0"/>
              </a:spcAft>
              <a:buClr>
                <a:schemeClr val="lt1"/>
              </a:buClr>
              <a:buSzPts val="1800"/>
              <a:buNone/>
              <a:defRPr sz="1800">
                <a:solidFill>
                  <a:schemeClr val="lt1"/>
                </a:solidFill>
                <a:latin typeface="Quattrocento Sans"/>
                <a:ea typeface="Quattrocento Sans"/>
                <a:cs typeface="Quattrocento Sans"/>
                <a:sym typeface="Quattrocento Sans"/>
              </a:defRPr>
            </a:lvl3pPr>
            <a:lvl4pPr indent="-228600" lvl="3" marL="1828800" algn="l">
              <a:lnSpc>
                <a:spcPct val="90000"/>
              </a:lnSpc>
              <a:spcBef>
                <a:spcPts val="1200"/>
              </a:spcBef>
              <a:spcAft>
                <a:spcPts val="0"/>
              </a:spcAft>
              <a:buClr>
                <a:schemeClr val="lt1"/>
              </a:buClr>
              <a:buSzPts val="1600"/>
              <a:buNone/>
              <a:defRPr sz="1600">
                <a:solidFill>
                  <a:schemeClr val="lt1"/>
                </a:solidFill>
                <a:latin typeface="Quattrocento Sans"/>
                <a:ea typeface="Quattrocento Sans"/>
                <a:cs typeface="Quattrocento Sans"/>
                <a:sym typeface="Quattrocento Sans"/>
              </a:defRPr>
            </a:lvl4pPr>
            <a:lvl5pPr indent="-228600" lvl="4" marL="2286000" algn="l">
              <a:lnSpc>
                <a:spcPct val="90000"/>
              </a:lnSpc>
              <a:spcBef>
                <a:spcPts val="600"/>
              </a:spcBef>
              <a:spcAft>
                <a:spcPts val="0"/>
              </a:spcAft>
              <a:buClr>
                <a:schemeClr val="lt1"/>
              </a:buClr>
              <a:buSzPts val="1600"/>
              <a:buNone/>
              <a:defRPr sz="1600">
                <a:solidFill>
                  <a:schemeClr val="lt1"/>
                </a:solidFill>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29"/>
          <p:cNvSpPr txBox="1"/>
          <p:nvPr>
            <p:ph type="title"/>
          </p:nvPr>
        </p:nvSpPr>
        <p:spPr>
          <a:xfrm>
            <a:off x="555244" y="0"/>
            <a:ext cx="4083304" cy="1357295"/>
          </a:xfrm>
          <a:prstGeom prst="rect">
            <a:avLst/>
          </a:prstGeom>
          <a:noFill/>
          <a:ln>
            <a:noFill/>
          </a:ln>
        </p:spPr>
        <p:txBody>
          <a:bodyPr anchorCtr="0" anchor="t" bIns="45700" lIns="146300" spcFirstLastPara="1" rIns="146300" wrap="square" tIns="420600">
            <a:spAutoFit/>
          </a:bodyPr>
          <a:lstStyle>
            <a:lvl1pPr lvl="0" algn="ctr">
              <a:lnSpc>
                <a:spcPct val="90000"/>
              </a:lnSpc>
              <a:spcBef>
                <a:spcPts val="0"/>
              </a:spcBef>
              <a:spcAft>
                <a:spcPts val="0"/>
              </a:spcAft>
              <a:buClr>
                <a:schemeClr val="lt1"/>
              </a:buClr>
              <a:buSzPts val="3200"/>
              <a:buFont typeface="Quattrocento Sans"/>
              <a:buNone/>
              <a:defRPr b="0" sz="3200">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9"/>
          <p:cNvSpPr txBox="1"/>
          <p:nvPr>
            <p:ph idx="3" type="body"/>
          </p:nvPr>
        </p:nvSpPr>
        <p:spPr>
          <a:xfrm>
            <a:off x="6096000" y="2599498"/>
            <a:ext cx="5671764" cy="1843069"/>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lt1"/>
              </a:buClr>
              <a:buSzPts val="2200"/>
              <a:buNone/>
              <a:defRPr sz="2200">
                <a:solidFill>
                  <a:schemeClr val="lt1"/>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chemeClr val="lt1"/>
              </a:buClr>
              <a:buSzPts val="2000"/>
              <a:buNone/>
              <a:defRPr sz="2000">
                <a:solidFill>
                  <a:schemeClr val="lt1"/>
                </a:solidFill>
                <a:latin typeface="Quattrocento Sans"/>
                <a:ea typeface="Quattrocento Sans"/>
                <a:cs typeface="Quattrocento Sans"/>
                <a:sym typeface="Quattrocento Sans"/>
              </a:defRPr>
            </a:lvl2pPr>
            <a:lvl3pPr indent="-228600" lvl="2" marL="1371600" algn="l">
              <a:lnSpc>
                <a:spcPct val="90000"/>
              </a:lnSpc>
              <a:spcBef>
                <a:spcPts val="1200"/>
              </a:spcBef>
              <a:spcAft>
                <a:spcPts val="0"/>
              </a:spcAft>
              <a:buClr>
                <a:schemeClr val="lt1"/>
              </a:buClr>
              <a:buSzPts val="1800"/>
              <a:buNone/>
              <a:defRPr sz="1800">
                <a:solidFill>
                  <a:schemeClr val="lt1"/>
                </a:solidFill>
                <a:latin typeface="Quattrocento Sans"/>
                <a:ea typeface="Quattrocento Sans"/>
                <a:cs typeface="Quattrocento Sans"/>
                <a:sym typeface="Quattrocento Sans"/>
              </a:defRPr>
            </a:lvl3pPr>
            <a:lvl4pPr indent="-228600" lvl="3" marL="1828800" algn="l">
              <a:lnSpc>
                <a:spcPct val="90000"/>
              </a:lnSpc>
              <a:spcBef>
                <a:spcPts val="1200"/>
              </a:spcBef>
              <a:spcAft>
                <a:spcPts val="0"/>
              </a:spcAft>
              <a:buClr>
                <a:schemeClr val="lt1"/>
              </a:buClr>
              <a:buSzPts val="1600"/>
              <a:buNone/>
              <a:defRPr sz="1600">
                <a:solidFill>
                  <a:schemeClr val="lt1"/>
                </a:solidFill>
                <a:latin typeface="Quattrocento Sans"/>
                <a:ea typeface="Quattrocento Sans"/>
                <a:cs typeface="Quattrocento Sans"/>
                <a:sym typeface="Quattrocento Sans"/>
              </a:defRPr>
            </a:lvl4pPr>
            <a:lvl5pPr indent="-228600" lvl="4" marL="2286000" algn="l">
              <a:lnSpc>
                <a:spcPct val="90000"/>
              </a:lnSpc>
              <a:spcBef>
                <a:spcPts val="600"/>
              </a:spcBef>
              <a:spcAft>
                <a:spcPts val="0"/>
              </a:spcAft>
              <a:buClr>
                <a:schemeClr val="lt1"/>
              </a:buClr>
              <a:buSzPts val="1600"/>
              <a:buNone/>
              <a:defRPr sz="1600">
                <a:solidFill>
                  <a:schemeClr val="lt1"/>
                </a:solidFill>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29"/>
          <p:cNvSpPr txBox="1"/>
          <p:nvPr>
            <p:ph idx="4" type="body"/>
          </p:nvPr>
        </p:nvSpPr>
        <p:spPr>
          <a:xfrm>
            <a:off x="6096000" y="4779896"/>
            <a:ext cx="5671764" cy="1843069"/>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lt1"/>
              </a:buClr>
              <a:buSzPts val="2200"/>
              <a:buNone/>
              <a:defRPr sz="2200">
                <a:solidFill>
                  <a:schemeClr val="lt1"/>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chemeClr val="lt1"/>
              </a:buClr>
              <a:buSzPts val="2000"/>
              <a:buNone/>
              <a:defRPr sz="2000">
                <a:solidFill>
                  <a:schemeClr val="lt1"/>
                </a:solidFill>
                <a:latin typeface="Quattrocento Sans"/>
                <a:ea typeface="Quattrocento Sans"/>
                <a:cs typeface="Quattrocento Sans"/>
                <a:sym typeface="Quattrocento Sans"/>
              </a:defRPr>
            </a:lvl2pPr>
            <a:lvl3pPr indent="-228600" lvl="2" marL="1371600" algn="l">
              <a:lnSpc>
                <a:spcPct val="90000"/>
              </a:lnSpc>
              <a:spcBef>
                <a:spcPts val="1200"/>
              </a:spcBef>
              <a:spcAft>
                <a:spcPts val="0"/>
              </a:spcAft>
              <a:buClr>
                <a:schemeClr val="lt1"/>
              </a:buClr>
              <a:buSzPts val="1800"/>
              <a:buNone/>
              <a:defRPr sz="1800">
                <a:solidFill>
                  <a:schemeClr val="lt1"/>
                </a:solidFill>
                <a:latin typeface="Quattrocento Sans"/>
                <a:ea typeface="Quattrocento Sans"/>
                <a:cs typeface="Quattrocento Sans"/>
                <a:sym typeface="Quattrocento Sans"/>
              </a:defRPr>
            </a:lvl3pPr>
            <a:lvl4pPr indent="-228600" lvl="3" marL="1828800" algn="l">
              <a:lnSpc>
                <a:spcPct val="90000"/>
              </a:lnSpc>
              <a:spcBef>
                <a:spcPts val="1200"/>
              </a:spcBef>
              <a:spcAft>
                <a:spcPts val="0"/>
              </a:spcAft>
              <a:buClr>
                <a:schemeClr val="lt1"/>
              </a:buClr>
              <a:buSzPts val="1600"/>
              <a:buNone/>
              <a:defRPr sz="1600">
                <a:solidFill>
                  <a:schemeClr val="lt1"/>
                </a:solidFill>
                <a:latin typeface="Quattrocento Sans"/>
                <a:ea typeface="Quattrocento Sans"/>
                <a:cs typeface="Quattrocento Sans"/>
                <a:sym typeface="Quattrocento Sans"/>
              </a:defRPr>
            </a:lvl4pPr>
            <a:lvl5pPr indent="-228600" lvl="4" marL="2286000" algn="l">
              <a:lnSpc>
                <a:spcPct val="90000"/>
              </a:lnSpc>
              <a:spcBef>
                <a:spcPts val="600"/>
              </a:spcBef>
              <a:spcAft>
                <a:spcPts val="0"/>
              </a:spcAft>
              <a:buClr>
                <a:schemeClr val="lt1"/>
              </a:buClr>
              <a:buSzPts val="1600"/>
              <a:buNone/>
              <a:defRPr sz="1600">
                <a:solidFill>
                  <a:schemeClr val="lt1"/>
                </a:solidFill>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with number">
  <p:cSld name="SECTION DIVIDER with number">
    <p:bg>
      <p:bgPr>
        <a:solidFill>
          <a:schemeClr val="dk2"/>
        </a:solidFill>
      </p:bgPr>
    </p:bg>
    <p:spTree>
      <p:nvGrpSpPr>
        <p:cNvPr id="32" name="Shape 32"/>
        <p:cNvGrpSpPr/>
        <p:nvPr/>
      </p:nvGrpSpPr>
      <p:grpSpPr>
        <a:xfrm>
          <a:off x="0" y="0"/>
          <a:ext cx="0" cy="0"/>
          <a:chOff x="0" y="0"/>
          <a:chExt cx="0" cy="0"/>
        </a:xfrm>
      </p:grpSpPr>
      <p:sp>
        <p:nvSpPr>
          <p:cNvPr id="33" name="Google Shape;33;p30"/>
          <p:cNvSpPr/>
          <p:nvPr/>
        </p:nvSpPr>
        <p:spPr>
          <a:xfrm>
            <a:off x="3803737" y="-65233"/>
            <a:ext cx="4584526" cy="2297766"/>
          </a:xfrm>
          <a:custGeom>
            <a:rect b="b" l="l" r="r" t="t"/>
            <a:pathLst>
              <a:path extrusionOk="0" h="2297766" w="4584526">
                <a:moveTo>
                  <a:pt x="278" y="0"/>
                </a:moveTo>
                <a:lnTo>
                  <a:pt x="4584248" y="0"/>
                </a:lnTo>
                <a:lnTo>
                  <a:pt x="4584526" y="5503"/>
                </a:lnTo>
                <a:cubicBezTo>
                  <a:pt x="4584526" y="1271485"/>
                  <a:pt x="3558245" y="2297766"/>
                  <a:pt x="2292263" y="2297766"/>
                </a:cubicBezTo>
                <a:cubicBezTo>
                  <a:pt x="1026281" y="2297766"/>
                  <a:pt x="0" y="1271485"/>
                  <a:pt x="0" y="550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Quattrocento Sans"/>
              <a:buNone/>
            </a:pPr>
            <a:r>
              <a:t/>
            </a:r>
            <a:endParaRPr b="0" i="0" sz="1800" u="none" cap="none" strike="noStrike">
              <a:solidFill>
                <a:srgbClr val="FFFFFF"/>
              </a:solidFill>
              <a:latin typeface="Quattrocento Sans"/>
              <a:ea typeface="Quattrocento Sans"/>
              <a:cs typeface="Quattrocento Sans"/>
              <a:sym typeface="Quattrocento Sans"/>
            </a:endParaRPr>
          </a:p>
        </p:txBody>
      </p:sp>
      <p:sp>
        <p:nvSpPr>
          <p:cNvPr id="34" name="Google Shape;34;p30"/>
          <p:cNvSpPr txBox="1"/>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Quattrocento Sans"/>
              <a:buNone/>
            </a:pPr>
            <a:r>
              <a:t/>
            </a:r>
            <a:endParaRPr b="0" i="0" sz="1100" u="none" cap="none" strike="noStrike">
              <a:solidFill>
                <a:srgbClr val="FFFFFF"/>
              </a:solidFill>
              <a:latin typeface="Quattrocento Sans"/>
              <a:ea typeface="Quattrocento Sans"/>
              <a:cs typeface="Quattrocento Sans"/>
              <a:sym typeface="Quattrocento Sans"/>
            </a:endParaRPr>
          </a:p>
        </p:txBody>
      </p:sp>
      <p:sp>
        <p:nvSpPr>
          <p:cNvPr id="35" name="Google Shape;35;p30"/>
          <p:cNvSpPr txBox="1"/>
          <p:nvPr>
            <p:ph type="title"/>
          </p:nvPr>
        </p:nvSpPr>
        <p:spPr>
          <a:xfrm>
            <a:off x="302995" y="3383280"/>
            <a:ext cx="11660405" cy="625641"/>
          </a:xfrm>
          <a:prstGeom prst="rect">
            <a:avLst/>
          </a:prstGeom>
          <a:noFill/>
          <a:ln>
            <a:noFill/>
          </a:ln>
        </p:spPr>
        <p:txBody>
          <a:bodyPr anchorCtr="0" anchor="b" bIns="45700" lIns="457200" spcFirstLastPara="1" rIns="457200" wrap="square" tIns="45700">
            <a:noAutofit/>
          </a:bodyPr>
          <a:lstStyle>
            <a:lvl1pPr lvl="0" algn="ctr">
              <a:lnSpc>
                <a:spcPct val="90000"/>
              </a:lnSpc>
              <a:spcBef>
                <a:spcPts val="0"/>
              </a:spcBef>
              <a:spcAft>
                <a:spcPts val="0"/>
              </a:spcAft>
              <a:buClr>
                <a:srgbClr val="F7FCFF"/>
              </a:buClr>
              <a:buSzPts val="4800"/>
              <a:buFont typeface="Quattrocento Sans"/>
              <a:buNone/>
              <a:defRPr b="1" i="0" sz="4800">
                <a:solidFill>
                  <a:srgbClr val="F7FCFF"/>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30"/>
          <p:cNvSpPr txBox="1"/>
          <p:nvPr>
            <p:ph idx="1" type="body"/>
          </p:nvPr>
        </p:nvSpPr>
        <p:spPr>
          <a:xfrm>
            <a:off x="3923323" y="186061"/>
            <a:ext cx="4376615" cy="627351"/>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1000"/>
              </a:spcBef>
              <a:spcAft>
                <a:spcPts val="0"/>
              </a:spcAft>
              <a:buClr>
                <a:schemeClr val="lt1"/>
              </a:buClr>
              <a:buSzPts val="2000"/>
              <a:buNone/>
              <a:defRPr sz="2000">
                <a:solidFill>
                  <a:schemeClr val="lt1"/>
                </a:solidFill>
              </a:defRPr>
            </a:lvl1pPr>
            <a:lvl2pPr indent="-228600" lvl="1" marL="914400" algn="ctr">
              <a:lnSpc>
                <a:spcPct val="90000"/>
              </a:lnSpc>
              <a:spcBef>
                <a:spcPts val="500"/>
              </a:spcBef>
              <a:spcAft>
                <a:spcPts val="0"/>
              </a:spcAft>
              <a:buClr>
                <a:schemeClr val="lt1"/>
              </a:buClr>
              <a:buSzPts val="1400"/>
              <a:buNone/>
              <a:defRPr sz="1400">
                <a:solidFill>
                  <a:schemeClr val="lt1"/>
                </a:solidFill>
              </a:defRPr>
            </a:lvl2pPr>
            <a:lvl3pPr indent="-228600" lvl="2" marL="1371600" algn="ctr">
              <a:lnSpc>
                <a:spcPct val="90000"/>
              </a:lnSpc>
              <a:spcBef>
                <a:spcPts val="1200"/>
              </a:spcBef>
              <a:spcAft>
                <a:spcPts val="0"/>
              </a:spcAft>
              <a:buClr>
                <a:schemeClr val="lt1"/>
              </a:buClr>
              <a:buSzPts val="2000"/>
              <a:buNone/>
              <a:defRPr>
                <a:solidFill>
                  <a:schemeClr val="lt1"/>
                </a:solidFill>
              </a:defRPr>
            </a:lvl3pPr>
            <a:lvl4pPr indent="-228600" lvl="3" marL="1828800" algn="ctr">
              <a:lnSpc>
                <a:spcPct val="90000"/>
              </a:lnSpc>
              <a:spcBef>
                <a:spcPts val="1200"/>
              </a:spcBef>
              <a:spcAft>
                <a:spcPts val="0"/>
              </a:spcAft>
              <a:buClr>
                <a:schemeClr val="lt1"/>
              </a:buClr>
              <a:buSzPts val="1600"/>
              <a:buNone/>
              <a:defRPr>
                <a:solidFill>
                  <a:schemeClr val="lt1"/>
                </a:solidFill>
              </a:defRPr>
            </a:lvl4pPr>
            <a:lvl5pPr indent="-228600" lvl="4" marL="2286000" algn="l">
              <a:lnSpc>
                <a:spcPct val="90000"/>
              </a:lnSpc>
              <a:spcBef>
                <a:spcPts val="600"/>
              </a:spcBef>
              <a:spcAft>
                <a:spcPts val="0"/>
              </a:spcAft>
              <a:buClr>
                <a:schemeClr val="lt1"/>
              </a:buClr>
              <a:buSzPts val="1600"/>
              <a:buNone/>
              <a:defRPr>
                <a:solidFill>
                  <a:schemeClr val="lt1"/>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0"/>
          <p:cNvSpPr txBox="1"/>
          <p:nvPr>
            <p:ph idx="2" type="body"/>
          </p:nvPr>
        </p:nvSpPr>
        <p:spPr>
          <a:xfrm>
            <a:off x="304801" y="4206240"/>
            <a:ext cx="11658600" cy="424732"/>
          </a:xfrm>
          <a:prstGeom prst="rect">
            <a:avLst/>
          </a:prstGeom>
          <a:noFill/>
          <a:ln>
            <a:noFill/>
          </a:ln>
        </p:spPr>
        <p:txBody>
          <a:bodyPr anchorCtr="0" anchor="t" bIns="45700" lIns="457200" spcFirstLastPara="1" rIns="457200" wrap="square" tIns="45700">
            <a:spAutoFit/>
          </a:bodyPr>
          <a:lstStyle>
            <a:lvl1pPr indent="-228600" lvl="0" marL="457200" marR="0" algn="ctr">
              <a:lnSpc>
                <a:spcPct val="90000"/>
              </a:lnSpc>
              <a:spcBef>
                <a:spcPts val="1000"/>
              </a:spcBef>
              <a:spcAft>
                <a:spcPts val="0"/>
              </a:spcAft>
              <a:buClr>
                <a:srgbClr val="FEFEFE"/>
              </a:buClr>
              <a:buSzPts val="2400"/>
              <a:buFont typeface="Arial"/>
              <a:buNone/>
              <a:defRPr b="0" i="0" sz="2400" u="none" cap="none" strike="noStrike">
                <a:solidFill>
                  <a:srgbClr val="FEFEFE"/>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chemeClr val="lt1"/>
              </a:buClr>
              <a:buSzPts val="2000"/>
              <a:buNone/>
              <a:defRPr>
                <a:solidFill>
                  <a:schemeClr val="lt1"/>
                </a:solidFill>
              </a:defRPr>
            </a:lvl2pPr>
            <a:lvl3pPr indent="-228600" lvl="2" marL="1371600" algn="l">
              <a:lnSpc>
                <a:spcPct val="90000"/>
              </a:lnSpc>
              <a:spcBef>
                <a:spcPts val="1200"/>
              </a:spcBef>
              <a:spcAft>
                <a:spcPts val="0"/>
              </a:spcAft>
              <a:buClr>
                <a:schemeClr val="lt1"/>
              </a:buClr>
              <a:buSzPts val="2000"/>
              <a:buNone/>
              <a:defRPr>
                <a:solidFill>
                  <a:schemeClr val="lt1"/>
                </a:solidFill>
              </a:defRPr>
            </a:lvl3pPr>
            <a:lvl4pPr indent="-228600" lvl="3" marL="1828800" algn="l">
              <a:lnSpc>
                <a:spcPct val="90000"/>
              </a:lnSpc>
              <a:spcBef>
                <a:spcPts val="1200"/>
              </a:spcBef>
              <a:spcAft>
                <a:spcPts val="0"/>
              </a:spcAft>
              <a:buClr>
                <a:schemeClr val="lt1"/>
              </a:buClr>
              <a:buSzPts val="1600"/>
              <a:buNone/>
              <a:defRPr>
                <a:solidFill>
                  <a:schemeClr val="lt1"/>
                </a:solidFill>
              </a:defRPr>
            </a:lvl4pPr>
            <a:lvl5pPr indent="-228600" lvl="4" marL="2286000" algn="l">
              <a:lnSpc>
                <a:spcPct val="90000"/>
              </a:lnSpc>
              <a:spcBef>
                <a:spcPts val="600"/>
              </a:spcBef>
              <a:spcAft>
                <a:spcPts val="0"/>
              </a:spcAft>
              <a:buClr>
                <a:schemeClr val="lt1"/>
              </a:buClr>
              <a:buSzPts val="1600"/>
              <a:buNone/>
              <a:defRPr>
                <a:solidFill>
                  <a:schemeClr val="lt1"/>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30"/>
          <p:cNvSpPr txBox="1"/>
          <p:nvPr>
            <p:ph idx="3" type="body"/>
          </p:nvPr>
        </p:nvSpPr>
        <p:spPr>
          <a:xfrm>
            <a:off x="5737094" y="1007413"/>
            <a:ext cx="792205" cy="1200329"/>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1000"/>
              </a:spcBef>
              <a:spcAft>
                <a:spcPts val="0"/>
              </a:spcAft>
              <a:buClr>
                <a:schemeClr val="accent4"/>
              </a:buClr>
              <a:buSzPts val="8000"/>
              <a:buNone/>
              <a:defRPr b="1" i="0" sz="8000" u="none" cap="none" strike="noStrike">
                <a:solidFill>
                  <a:schemeClr val="accent4"/>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rgbClr val="595959"/>
              </a:buClr>
              <a:buSzPts val="1800"/>
              <a:buNone/>
              <a:defRPr/>
            </a:lvl2pPr>
            <a:lvl3pPr indent="-228600" lvl="2" marL="1371600" algn="l">
              <a:lnSpc>
                <a:spcPct val="90000"/>
              </a:lnSpc>
              <a:spcBef>
                <a:spcPts val="1200"/>
              </a:spcBef>
              <a:spcAft>
                <a:spcPts val="0"/>
              </a:spcAft>
              <a:buClr>
                <a:schemeClr val="dk2"/>
              </a:buClr>
              <a:buSzPts val="1800"/>
              <a:buNone/>
              <a:defRPr/>
            </a:lvl3pPr>
            <a:lvl4pPr indent="-228600" lvl="3" marL="1828800" algn="l">
              <a:lnSpc>
                <a:spcPct val="90000"/>
              </a:lnSpc>
              <a:spcBef>
                <a:spcPts val="1200"/>
              </a:spcBef>
              <a:spcAft>
                <a:spcPts val="0"/>
              </a:spcAft>
              <a:buClr>
                <a:srgbClr val="262626"/>
              </a:buClr>
              <a:buSzPts val="1800"/>
              <a:buNone/>
              <a:defRPr/>
            </a:lvl4pPr>
            <a:lvl5pPr indent="-228600" lvl="4" marL="2286000" algn="l">
              <a:lnSpc>
                <a:spcPct val="90000"/>
              </a:lnSpc>
              <a:spcBef>
                <a:spcPts val="600"/>
              </a:spcBef>
              <a:spcAft>
                <a:spcPts val="0"/>
              </a:spcAft>
              <a:buClr>
                <a:srgbClr val="262626"/>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5 Pillars smaller text">
  <p:cSld name="8_Title,  5 Pillars smaller text">
    <p:spTree>
      <p:nvGrpSpPr>
        <p:cNvPr id="39" name="Shape 39"/>
        <p:cNvGrpSpPr/>
        <p:nvPr/>
      </p:nvGrpSpPr>
      <p:grpSpPr>
        <a:xfrm>
          <a:off x="0" y="0"/>
          <a:ext cx="0" cy="0"/>
          <a:chOff x="0" y="0"/>
          <a:chExt cx="0" cy="0"/>
        </a:xfrm>
      </p:grpSpPr>
      <p:sp>
        <p:nvSpPr>
          <p:cNvPr id="40" name="Google Shape;40;p31"/>
          <p:cNvSpPr/>
          <p:nvPr/>
        </p:nvSpPr>
        <p:spPr>
          <a:xfrm>
            <a:off x="0" y="0"/>
            <a:ext cx="12192000" cy="12143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41" name="Google Shape;41;p31"/>
          <p:cNvSpPr txBox="1"/>
          <p:nvPr>
            <p:ph idx="1" type="body"/>
          </p:nvPr>
        </p:nvSpPr>
        <p:spPr>
          <a:xfrm>
            <a:off x="304800" y="2598127"/>
            <a:ext cx="3714704" cy="2524794"/>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1000"/>
              </a:spcBef>
              <a:spcAft>
                <a:spcPts val="0"/>
              </a:spcAft>
              <a:buClr>
                <a:schemeClr val="dk2"/>
              </a:buClr>
              <a:buSzPts val="2400"/>
              <a:buNone/>
              <a:defRPr sz="2400">
                <a:solidFill>
                  <a:schemeClr val="dk2"/>
                </a:solidFill>
                <a:latin typeface="Quattrocento Sans"/>
                <a:ea typeface="Quattrocento Sans"/>
                <a:cs typeface="Quattrocento Sans"/>
                <a:sym typeface="Quattrocento Sans"/>
              </a:defRPr>
            </a:lvl1pPr>
            <a:lvl2pPr indent="-228600" lvl="1" marL="914400" algn="ctr">
              <a:lnSpc>
                <a:spcPct val="90000"/>
              </a:lnSpc>
              <a:spcBef>
                <a:spcPts val="3000"/>
              </a:spcBef>
              <a:spcAft>
                <a:spcPts val="0"/>
              </a:spcAft>
              <a:buClr>
                <a:schemeClr val="dk1"/>
              </a:buClr>
              <a:buSzPts val="2000"/>
              <a:buFont typeface="Arial"/>
              <a:buNone/>
              <a:defRPr sz="2000">
                <a:solidFill>
                  <a:schemeClr val="dk1"/>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1800"/>
              <a:buNone/>
              <a:defRPr sz="1800"/>
            </a:lvl3pPr>
            <a:lvl4pPr indent="-228600" lvl="3" marL="1828800" algn="ctr">
              <a:lnSpc>
                <a:spcPct val="90000"/>
              </a:lnSpc>
              <a:spcBef>
                <a:spcPts val="1200"/>
              </a:spcBef>
              <a:spcAft>
                <a:spcPts val="0"/>
              </a:spcAft>
              <a:buClr>
                <a:srgbClr val="262626"/>
              </a:buClr>
              <a:buSzPts val="1800"/>
              <a:buNone/>
              <a:defRPr sz="1800">
                <a:latin typeface="Quattrocento Sans"/>
                <a:ea typeface="Quattrocento Sans"/>
                <a:cs typeface="Quattrocento Sans"/>
                <a:sym typeface="Quattrocento Sans"/>
              </a:defRPr>
            </a:lvl4pPr>
            <a:lvl5pPr indent="-228600" lvl="4" marL="2286000" algn="ctr">
              <a:lnSpc>
                <a:spcPct val="90000"/>
              </a:lnSpc>
              <a:spcBef>
                <a:spcPts val="600"/>
              </a:spcBef>
              <a:spcAft>
                <a:spcPts val="0"/>
              </a:spcAft>
              <a:buClr>
                <a:srgbClr val="262626"/>
              </a:buClr>
              <a:buSzPts val="1600"/>
              <a:buNone/>
              <a:defRPr sz="16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1"/>
          <p:cNvSpPr txBox="1"/>
          <p:nvPr>
            <p:ph idx="2" type="body"/>
          </p:nvPr>
        </p:nvSpPr>
        <p:spPr>
          <a:xfrm>
            <a:off x="4168631" y="2598127"/>
            <a:ext cx="3840480" cy="2524794"/>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1000"/>
              </a:spcBef>
              <a:spcAft>
                <a:spcPts val="0"/>
              </a:spcAft>
              <a:buClr>
                <a:schemeClr val="dk2"/>
              </a:buClr>
              <a:buSzPts val="2400"/>
              <a:buNone/>
              <a:defRPr sz="2400">
                <a:solidFill>
                  <a:schemeClr val="dk2"/>
                </a:solidFill>
                <a:latin typeface="Quattrocento Sans"/>
                <a:ea typeface="Quattrocento Sans"/>
                <a:cs typeface="Quattrocento Sans"/>
                <a:sym typeface="Quattrocento Sans"/>
              </a:defRPr>
            </a:lvl1pPr>
            <a:lvl2pPr indent="-228600" lvl="1" marL="914400" algn="ctr">
              <a:lnSpc>
                <a:spcPct val="90000"/>
              </a:lnSpc>
              <a:spcBef>
                <a:spcPts val="1000"/>
              </a:spcBef>
              <a:spcAft>
                <a:spcPts val="0"/>
              </a:spcAft>
              <a:buClr>
                <a:schemeClr val="dk1"/>
              </a:buClr>
              <a:buSzPts val="2000"/>
              <a:buFont typeface="Arial"/>
              <a:buNone/>
              <a:defRPr sz="2000">
                <a:solidFill>
                  <a:schemeClr val="dk1"/>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1800"/>
              <a:buNone/>
              <a:defRPr sz="1800"/>
            </a:lvl3pPr>
            <a:lvl4pPr indent="-228600" lvl="3" marL="1828800" algn="ctr">
              <a:lnSpc>
                <a:spcPct val="90000"/>
              </a:lnSpc>
              <a:spcBef>
                <a:spcPts val="1200"/>
              </a:spcBef>
              <a:spcAft>
                <a:spcPts val="0"/>
              </a:spcAft>
              <a:buClr>
                <a:srgbClr val="262626"/>
              </a:buClr>
              <a:buSzPts val="1800"/>
              <a:buNone/>
              <a:defRPr sz="1800">
                <a:latin typeface="Quattrocento Sans"/>
                <a:ea typeface="Quattrocento Sans"/>
                <a:cs typeface="Quattrocento Sans"/>
                <a:sym typeface="Quattrocento Sans"/>
              </a:defRPr>
            </a:lvl4pPr>
            <a:lvl5pPr indent="-228600" lvl="4" marL="2286000" algn="ctr">
              <a:lnSpc>
                <a:spcPct val="90000"/>
              </a:lnSpc>
              <a:spcBef>
                <a:spcPts val="600"/>
              </a:spcBef>
              <a:spcAft>
                <a:spcPts val="0"/>
              </a:spcAft>
              <a:buClr>
                <a:srgbClr val="262626"/>
              </a:buClr>
              <a:buSzPts val="1600"/>
              <a:buNone/>
              <a:defRPr sz="16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31"/>
          <p:cNvSpPr txBox="1"/>
          <p:nvPr>
            <p:ph idx="3" type="body"/>
          </p:nvPr>
        </p:nvSpPr>
        <p:spPr>
          <a:xfrm>
            <a:off x="8158238" y="2598127"/>
            <a:ext cx="3773077" cy="2524794"/>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1000"/>
              </a:spcBef>
              <a:spcAft>
                <a:spcPts val="0"/>
              </a:spcAft>
              <a:buClr>
                <a:schemeClr val="dk2"/>
              </a:buClr>
              <a:buSzPts val="2400"/>
              <a:buNone/>
              <a:defRPr sz="2400">
                <a:solidFill>
                  <a:schemeClr val="dk2"/>
                </a:solidFill>
                <a:latin typeface="Quattrocento Sans"/>
                <a:ea typeface="Quattrocento Sans"/>
                <a:cs typeface="Quattrocento Sans"/>
                <a:sym typeface="Quattrocento Sans"/>
              </a:defRPr>
            </a:lvl1pPr>
            <a:lvl2pPr indent="-228600" lvl="1" marL="914400" algn="ctr">
              <a:lnSpc>
                <a:spcPct val="90000"/>
              </a:lnSpc>
              <a:spcBef>
                <a:spcPts val="1000"/>
              </a:spcBef>
              <a:spcAft>
                <a:spcPts val="0"/>
              </a:spcAft>
              <a:buClr>
                <a:schemeClr val="dk1"/>
              </a:buClr>
              <a:buSzPts val="2000"/>
              <a:buFont typeface="Arial"/>
              <a:buNone/>
              <a:defRPr sz="2000">
                <a:solidFill>
                  <a:schemeClr val="dk1"/>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1800"/>
              <a:buNone/>
              <a:defRPr sz="1800"/>
            </a:lvl3pPr>
            <a:lvl4pPr indent="-228600" lvl="3" marL="1828800" algn="ctr">
              <a:lnSpc>
                <a:spcPct val="90000"/>
              </a:lnSpc>
              <a:spcBef>
                <a:spcPts val="1200"/>
              </a:spcBef>
              <a:spcAft>
                <a:spcPts val="0"/>
              </a:spcAft>
              <a:buClr>
                <a:srgbClr val="262626"/>
              </a:buClr>
              <a:buSzPts val="1800"/>
              <a:buNone/>
              <a:defRPr sz="1800">
                <a:latin typeface="Quattrocento Sans"/>
                <a:ea typeface="Quattrocento Sans"/>
                <a:cs typeface="Quattrocento Sans"/>
                <a:sym typeface="Quattrocento Sans"/>
              </a:defRPr>
            </a:lvl4pPr>
            <a:lvl5pPr indent="-228600" lvl="4" marL="2286000" algn="ctr">
              <a:lnSpc>
                <a:spcPct val="90000"/>
              </a:lnSpc>
              <a:spcBef>
                <a:spcPts val="600"/>
              </a:spcBef>
              <a:spcAft>
                <a:spcPts val="0"/>
              </a:spcAft>
              <a:buClr>
                <a:srgbClr val="262626"/>
              </a:buClr>
              <a:buSzPts val="1600"/>
              <a:buNone/>
              <a:defRPr sz="16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1"/>
          <p:cNvSpPr/>
          <p:nvPr/>
        </p:nvSpPr>
        <p:spPr>
          <a:xfrm>
            <a:off x="129521" y="0"/>
            <a:ext cx="2749481" cy="1364786"/>
          </a:xfrm>
          <a:custGeom>
            <a:rect b="b" l="l" r="r" t="t"/>
            <a:pathLst>
              <a:path extrusionOk="0" h="2353474" w="4741280">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45" name="Google Shape;45;p31"/>
          <p:cNvSpPr txBox="1"/>
          <p:nvPr>
            <p:ph type="title"/>
          </p:nvPr>
        </p:nvSpPr>
        <p:spPr>
          <a:xfrm>
            <a:off x="316322" y="339408"/>
            <a:ext cx="2375877" cy="535531"/>
          </a:xfrm>
          <a:prstGeom prst="rect">
            <a:avLst/>
          </a:prstGeom>
          <a:noFill/>
          <a:ln>
            <a:noFill/>
          </a:ln>
        </p:spPr>
        <p:txBody>
          <a:bodyPr anchorCtr="0" anchor="t" bIns="45700" lIns="91425" spcFirstLastPara="1" rIns="91425" wrap="square" tIns="45700">
            <a:spAutoFit/>
          </a:bodyPr>
          <a:lstStyle>
            <a:lvl1pPr lvl="0" algn="ctr">
              <a:lnSpc>
                <a:spcPct val="90000"/>
              </a:lnSpc>
              <a:spcBef>
                <a:spcPts val="0"/>
              </a:spcBef>
              <a:spcAft>
                <a:spcPts val="0"/>
              </a:spcAft>
              <a:buClr>
                <a:schemeClr val="lt1"/>
              </a:buClr>
              <a:buSzPts val="3200"/>
              <a:buFont typeface="Quattrocento Sans"/>
              <a:buNone/>
              <a:defRPr b="0" i="0" sz="3200">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1"/>
          <p:cNvSpPr txBox="1"/>
          <p:nvPr>
            <p:ph idx="4" type="body"/>
          </p:nvPr>
        </p:nvSpPr>
        <p:spPr>
          <a:xfrm>
            <a:off x="2879003" y="419100"/>
            <a:ext cx="9084398" cy="1370013"/>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rgbClr val="595959"/>
              </a:buClr>
              <a:buSzPts val="1800"/>
              <a:buNone/>
              <a:defRPr/>
            </a:lvl2pPr>
            <a:lvl3pPr indent="-228600" lvl="2" marL="1371600" algn="l">
              <a:lnSpc>
                <a:spcPct val="90000"/>
              </a:lnSpc>
              <a:spcBef>
                <a:spcPts val="1200"/>
              </a:spcBef>
              <a:spcAft>
                <a:spcPts val="0"/>
              </a:spcAft>
              <a:buClr>
                <a:schemeClr val="dk2"/>
              </a:buClr>
              <a:buSzPts val="1800"/>
              <a:buNone/>
              <a:defRPr/>
            </a:lvl3pPr>
            <a:lvl4pPr indent="-228600" lvl="3" marL="1828800" algn="l">
              <a:lnSpc>
                <a:spcPct val="90000"/>
              </a:lnSpc>
              <a:spcBef>
                <a:spcPts val="1200"/>
              </a:spcBef>
              <a:spcAft>
                <a:spcPts val="0"/>
              </a:spcAft>
              <a:buClr>
                <a:srgbClr val="262626"/>
              </a:buClr>
              <a:buSzPts val="1800"/>
              <a:buNone/>
              <a:defRPr/>
            </a:lvl4pPr>
            <a:lvl5pPr indent="-228600" lvl="4" marL="2286000" algn="l">
              <a:lnSpc>
                <a:spcPct val="90000"/>
              </a:lnSpc>
              <a:spcBef>
                <a:spcPts val="600"/>
              </a:spcBef>
              <a:spcAft>
                <a:spcPts val="0"/>
              </a:spcAft>
              <a:buClr>
                <a:srgbClr val="262626"/>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31"/>
          <p:cNvSpPr txBox="1"/>
          <p:nvPr>
            <p:ph idx="12" type="sldNum"/>
          </p:nvPr>
        </p:nvSpPr>
        <p:spPr>
          <a:xfrm>
            <a:off x="11668594" y="6484937"/>
            <a:ext cx="52340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Quattrocento Sans"/>
                <a:ea typeface="Quattrocento Sans"/>
                <a:cs typeface="Quattrocento Sans"/>
                <a:sym typeface="Quattrocento Sans"/>
              </a:defRPr>
            </a:lvl1pPr>
            <a:lvl2pPr indent="0" lvl="1" marL="0" algn="r">
              <a:spcBef>
                <a:spcPts val="0"/>
              </a:spcBef>
              <a:buNone/>
              <a:defRPr sz="1200">
                <a:solidFill>
                  <a:schemeClr val="dk2"/>
                </a:solidFill>
                <a:latin typeface="Quattrocento Sans"/>
                <a:ea typeface="Quattrocento Sans"/>
                <a:cs typeface="Quattrocento Sans"/>
                <a:sym typeface="Quattrocento Sans"/>
              </a:defRPr>
            </a:lvl2pPr>
            <a:lvl3pPr indent="0" lvl="2" marL="0" algn="r">
              <a:spcBef>
                <a:spcPts val="0"/>
              </a:spcBef>
              <a:buNone/>
              <a:defRPr sz="1200">
                <a:solidFill>
                  <a:schemeClr val="dk2"/>
                </a:solidFill>
                <a:latin typeface="Quattrocento Sans"/>
                <a:ea typeface="Quattrocento Sans"/>
                <a:cs typeface="Quattrocento Sans"/>
                <a:sym typeface="Quattrocento Sans"/>
              </a:defRPr>
            </a:lvl3pPr>
            <a:lvl4pPr indent="0" lvl="3" marL="0" algn="r">
              <a:spcBef>
                <a:spcPts val="0"/>
              </a:spcBef>
              <a:buNone/>
              <a:defRPr sz="1200">
                <a:solidFill>
                  <a:schemeClr val="dk2"/>
                </a:solidFill>
                <a:latin typeface="Quattrocento Sans"/>
                <a:ea typeface="Quattrocento Sans"/>
                <a:cs typeface="Quattrocento Sans"/>
                <a:sym typeface="Quattrocento Sans"/>
              </a:defRPr>
            </a:lvl4pPr>
            <a:lvl5pPr indent="0" lvl="4" marL="0" algn="r">
              <a:spcBef>
                <a:spcPts val="0"/>
              </a:spcBef>
              <a:buNone/>
              <a:defRPr sz="1200">
                <a:solidFill>
                  <a:schemeClr val="dk2"/>
                </a:solidFill>
                <a:latin typeface="Quattrocento Sans"/>
                <a:ea typeface="Quattrocento Sans"/>
                <a:cs typeface="Quattrocento Sans"/>
                <a:sym typeface="Quattrocento Sans"/>
              </a:defRPr>
            </a:lvl5pPr>
            <a:lvl6pPr indent="0" lvl="5" marL="0" algn="r">
              <a:spcBef>
                <a:spcPts val="0"/>
              </a:spcBef>
              <a:buNone/>
              <a:defRPr sz="1200">
                <a:solidFill>
                  <a:schemeClr val="dk2"/>
                </a:solidFill>
                <a:latin typeface="Quattrocento Sans"/>
                <a:ea typeface="Quattrocento Sans"/>
                <a:cs typeface="Quattrocento Sans"/>
                <a:sym typeface="Quattrocento Sans"/>
              </a:defRPr>
            </a:lvl6pPr>
            <a:lvl7pPr indent="0" lvl="6" marL="0" algn="r">
              <a:spcBef>
                <a:spcPts val="0"/>
              </a:spcBef>
              <a:buNone/>
              <a:defRPr sz="1200">
                <a:solidFill>
                  <a:schemeClr val="dk2"/>
                </a:solidFill>
                <a:latin typeface="Quattrocento Sans"/>
                <a:ea typeface="Quattrocento Sans"/>
                <a:cs typeface="Quattrocento Sans"/>
                <a:sym typeface="Quattrocento Sans"/>
              </a:defRPr>
            </a:lvl7pPr>
            <a:lvl8pPr indent="0" lvl="7" marL="0" algn="r">
              <a:spcBef>
                <a:spcPts val="0"/>
              </a:spcBef>
              <a:buNone/>
              <a:defRPr sz="1200">
                <a:solidFill>
                  <a:schemeClr val="dk2"/>
                </a:solidFill>
                <a:latin typeface="Quattrocento Sans"/>
                <a:ea typeface="Quattrocento Sans"/>
                <a:cs typeface="Quattrocento Sans"/>
                <a:sym typeface="Quattrocento Sans"/>
              </a:defRPr>
            </a:lvl8pPr>
            <a:lvl9pPr indent="0" lvl="8" marL="0" algn="r">
              <a:spcBef>
                <a:spcPts val="0"/>
              </a:spcBef>
              <a:buNone/>
              <a:defRPr sz="1200">
                <a:solidFill>
                  <a:schemeClr val="dk2"/>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50-50 Left Photo Layout with text" showMasterSp="0">
  <p:cSld name="1_50-50 Left Photo Layout with text">
    <p:spTree>
      <p:nvGrpSpPr>
        <p:cNvPr id="48" name="Shape 48"/>
        <p:cNvGrpSpPr/>
        <p:nvPr/>
      </p:nvGrpSpPr>
      <p:grpSpPr>
        <a:xfrm>
          <a:off x="0" y="0"/>
          <a:ext cx="0" cy="0"/>
          <a:chOff x="0" y="0"/>
          <a:chExt cx="0" cy="0"/>
        </a:xfrm>
      </p:grpSpPr>
      <p:pic>
        <p:nvPicPr>
          <p:cNvPr id="49" name="Google Shape;49;p32"/>
          <p:cNvPicPr preferRelativeResize="0"/>
          <p:nvPr>
            <p:ph idx="2" type="pic"/>
          </p:nvPr>
        </p:nvPicPr>
        <p:blipFill/>
        <p:spPr>
          <a:xfrm flipH="1">
            <a:off x="-1" y="0"/>
            <a:ext cx="6094444" cy="6856100"/>
          </a:xfrm>
          <a:prstGeom prst="rect">
            <a:avLst/>
          </a:prstGeom>
          <a:blipFill rotWithShape="1">
            <a:blip r:embed="rId2">
              <a:alphaModFix/>
            </a:blip>
            <a:stretch>
              <a:fillRect b="0" l="0" r="0" t="0"/>
            </a:stretch>
          </a:blipFill>
          <a:ln>
            <a:noFill/>
          </a:ln>
        </p:spPr>
      </p:pic>
      <p:sp>
        <p:nvSpPr>
          <p:cNvPr id="50" name="Google Shape;50;p32"/>
          <p:cNvSpPr txBox="1"/>
          <p:nvPr>
            <p:ph idx="1" type="body"/>
          </p:nvPr>
        </p:nvSpPr>
        <p:spPr>
          <a:xfrm>
            <a:off x="6094443" y="3425619"/>
            <a:ext cx="6097555" cy="2754087"/>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0"/>
              </a:spcBef>
              <a:spcAft>
                <a:spcPts val="0"/>
              </a:spcAft>
              <a:buClr>
                <a:schemeClr val="dk2"/>
              </a:buClr>
              <a:buSzPts val="3600"/>
              <a:buNone/>
              <a:defRPr b="0" i="0" sz="3600">
                <a:solidFill>
                  <a:schemeClr val="dk2"/>
                </a:solidFill>
                <a:latin typeface="Quattrocento Sans"/>
                <a:ea typeface="Quattrocento Sans"/>
                <a:cs typeface="Quattrocento Sans"/>
                <a:sym typeface="Quattrocento Sans"/>
              </a:defRPr>
            </a:lvl1pPr>
            <a:lvl2pPr indent="-228600" lvl="1" marL="914400" algn="ctr">
              <a:lnSpc>
                <a:spcPct val="90000"/>
              </a:lnSpc>
              <a:spcBef>
                <a:spcPts val="3000"/>
              </a:spcBef>
              <a:spcAft>
                <a:spcPts val="0"/>
              </a:spcAft>
              <a:buClr>
                <a:srgbClr val="595959"/>
              </a:buClr>
              <a:buSzPts val="2800"/>
              <a:buNone/>
              <a:defRPr sz="2800"/>
            </a:lvl2pPr>
            <a:lvl3pPr indent="-228600" lvl="2" marL="1371600" algn="ctr">
              <a:lnSpc>
                <a:spcPct val="90000"/>
              </a:lnSpc>
              <a:spcBef>
                <a:spcPts val="1200"/>
              </a:spcBef>
              <a:spcAft>
                <a:spcPts val="0"/>
              </a:spcAft>
              <a:buClr>
                <a:srgbClr val="262626"/>
              </a:buClr>
              <a:buSzPts val="2400"/>
              <a:buNone/>
              <a:defRPr b="0" sz="2400">
                <a:solidFill>
                  <a:srgbClr val="262626"/>
                </a:solidFill>
                <a:latin typeface="Quattrocento Sans"/>
                <a:ea typeface="Quattrocento Sans"/>
                <a:cs typeface="Quattrocento Sans"/>
                <a:sym typeface="Quattrocento Sans"/>
              </a:defRPr>
            </a:lvl3pPr>
            <a:lvl4pPr indent="-228600" lvl="3" marL="1828800" algn="ctr">
              <a:lnSpc>
                <a:spcPct val="90000"/>
              </a:lnSpc>
              <a:spcBef>
                <a:spcPts val="1200"/>
              </a:spcBef>
              <a:spcAft>
                <a:spcPts val="0"/>
              </a:spcAft>
              <a:buClr>
                <a:srgbClr val="262626"/>
              </a:buClr>
              <a:buSzPts val="2000"/>
              <a:buNone/>
              <a:defRPr b="1" sz="2000"/>
            </a:lvl4pPr>
            <a:lvl5pPr indent="-228600" lvl="4" marL="2286000" algn="ctr">
              <a:lnSpc>
                <a:spcPct val="90000"/>
              </a:lnSpc>
              <a:spcBef>
                <a:spcPts val="600"/>
              </a:spcBef>
              <a:spcAft>
                <a:spcPts val="0"/>
              </a:spcAft>
              <a:buClr>
                <a:srgbClr val="262626"/>
              </a:buClr>
              <a:buSzPts val="1800"/>
              <a:buNone/>
              <a:defRPr sz="18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2"/>
          <p:cNvSpPr txBox="1"/>
          <p:nvPr>
            <p:ph idx="3" type="body"/>
          </p:nvPr>
        </p:nvSpPr>
        <p:spPr>
          <a:xfrm>
            <a:off x="6094443" y="1554163"/>
            <a:ext cx="6097556" cy="535531"/>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1000"/>
              </a:spcBef>
              <a:spcAft>
                <a:spcPts val="0"/>
              </a:spcAft>
              <a:buClr>
                <a:schemeClr val="dk1"/>
              </a:buClr>
              <a:buSzPts val="3600"/>
              <a:buNone/>
              <a:defRPr b="0" sz="3600">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595959"/>
              </a:buClr>
              <a:buSzPts val="3200"/>
              <a:buNone/>
              <a:defRPr b="0" sz="3200">
                <a:solidFill>
                  <a:srgbClr val="595959"/>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2000"/>
              <a:buNone/>
              <a:defRPr/>
            </a:lvl3pPr>
            <a:lvl4pPr indent="-228600" lvl="3" marL="1828800" algn="ctr">
              <a:lnSpc>
                <a:spcPct val="90000"/>
              </a:lnSpc>
              <a:spcBef>
                <a:spcPts val="1200"/>
              </a:spcBef>
              <a:spcAft>
                <a:spcPts val="0"/>
              </a:spcAft>
              <a:buClr>
                <a:srgbClr val="262626"/>
              </a:buClr>
              <a:buSzPts val="1600"/>
              <a:buNone/>
              <a:defRPr/>
            </a:lvl4pPr>
            <a:lvl5pPr indent="-228600" lvl="4" marL="2286000" algn="ctr">
              <a:lnSpc>
                <a:spcPct val="90000"/>
              </a:lnSpc>
              <a:spcBef>
                <a:spcPts val="600"/>
              </a:spcBef>
              <a:spcAft>
                <a:spcPts val="0"/>
              </a:spcAft>
              <a:buClr>
                <a:srgbClr val="262626"/>
              </a:buClr>
              <a:buSzPts val="16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32"/>
          <p:cNvSpPr txBox="1"/>
          <p:nvPr>
            <p:ph idx="4" type="body"/>
          </p:nvPr>
        </p:nvSpPr>
        <p:spPr>
          <a:xfrm>
            <a:off x="7743349" y="419100"/>
            <a:ext cx="2377440" cy="840230"/>
          </a:xfrm>
          <a:prstGeom prst="rect">
            <a:avLst/>
          </a:prstGeom>
          <a:noFill/>
          <a:ln>
            <a:noFill/>
          </a:ln>
        </p:spPr>
        <p:txBody>
          <a:bodyPr anchorCtr="0" anchor="t" bIns="45700" lIns="146300" spcFirstLastPara="1" rIns="146300" wrap="square" tIns="45700">
            <a:spAutoFit/>
          </a:bodyPr>
          <a:lstStyle>
            <a:lvl1pPr indent="-228600" lvl="0" marL="457200" algn="ctr">
              <a:lnSpc>
                <a:spcPct val="90000"/>
              </a:lnSpc>
              <a:spcBef>
                <a:spcPts val="1000"/>
              </a:spcBef>
              <a:spcAft>
                <a:spcPts val="0"/>
              </a:spcAft>
              <a:buClr>
                <a:schemeClr val="accent4"/>
              </a:buClr>
              <a:buSzPts val="5400"/>
              <a:buNone/>
              <a:defRPr sz="5400">
                <a:solidFill>
                  <a:schemeClr val="accent4"/>
                </a:solidFill>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3F3F3F"/>
              </a:buClr>
              <a:buSzPts val="2200"/>
              <a:buNone/>
              <a:defRPr sz="2200">
                <a:solidFill>
                  <a:srgbClr val="3F3F3F"/>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1800"/>
              <a:buNone/>
              <a:defRPr sz="1800"/>
            </a:lvl3pPr>
            <a:lvl4pPr indent="-228600" lvl="3" marL="1828800" algn="ctr">
              <a:lnSpc>
                <a:spcPct val="90000"/>
              </a:lnSpc>
              <a:spcBef>
                <a:spcPts val="1200"/>
              </a:spcBef>
              <a:spcAft>
                <a:spcPts val="0"/>
              </a:spcAft>
              <a:buClr>
                <a:srgbClr val="262626"/>
              </a:buClr>
              <a:buSzPts val="1800"/>
              <a:buNone/>
              <a:defRPr sz="1800">
                <a:latin typeface="Quattrocento Sans"/>
                <a:ea typeface="Quattrocento Sans"/>
                <a:cs typeface="Quattrocento Sans"/>
                <a:sym typeface="Quattrocento Sans"/>
              </a:defRPr>
            </a:lvl4pPr>
            <a:lvl5pPr indent="-228600" lvl="4" marL="2286000" algn="ctr">
              <a:lnSpc>
                <a:spcPct val="90000"/>
              </a:lnSpc>
              <a:spcBef>
                <a:spcPts val="600"/>
              </a:spcBef>
              <a:spcAft>
                <a:spcPts val="0"/>
              </a:spcAft>
              <a:buClr>
                <a:srgbClr val="262626"/>
              </a:buClr>
              <a:buSzPts val="1600"/>
              <a:buNone/>
              <a:defRPr sz="16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32"/>
          <p:cNvSpPr txBox="1"/>
          <p:nvPr>
            <p:ph idx="12" type="sldNum"/>
          </p:nvPr>
        </p:nvSpPr>
        <p:spPr>
          <a:xfrm>
            <a:off x="11668594" y="6484937"/>
            <a:ext cx="52340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Quattrocento Sans"/>
                <a:ea typeface="Quattrocento Sans"/>
                <a:cs typeface="Quattrocento Sans"/>
                <a:sym typeface="Quattrocento Sans"/>
              </a:defRPr>
            </a:lvl1pPr>
            <a:lvl2pPr indent="0" lvl="1" marL="0" algn="r">
              <a:spcBef>
                <a:spcPts val="0"/>
              </a:spcBef>
              <a:buNone/>
              <a:defRPr sz="1200">
                <a:solidFill>
                  <a:schemeClr val="dk2"/>
                </a:solidFill>
                <a:latin typeface="Quattrocento Sans"/>
                <a:ea typeface="Quattrocento Sans"/>
                <a:cs typeface="Quattrocento Sans"/>
                <a:sym typeface="Quattrocento Sans"/>
              </a:defRPr>
            </a:lvl2pPr>
            <a:lvl3pPr indent="0" lvl="2" marL="0" algn="r">
              <a:spcBef>
                <a:spcPts val="0"/>
              </a:spcBef>
              <a:buNone/>
              <a:defRPr sz="1200">
                <a:solidFill>
                  <a:schemeClr val="dk2"/>
                </a:solidFill>
                <a:latin typeface="Quattrocento Sans"/>
                <a:ea typeface="Quattrocento Sans"/>
                <a:cs typeface="Quattrocento Sans"/>
                <a:sym typeface="Quattrocento Sans"/>
              </a:defRPr>
            </a:lvl3pPr>
            <a:lvl4pPr indent="0" lvl="3" marL="0" algn="r">
              <a:spcBef>
                <a:spcPts val="0"/>
              </a:spcBef>
              <a:buNone/>
              <a:defRPr sz="1200">
                <a:solidFill>
                  <a:schemeClr val="dk2"/>
                </a:solidFill>
                <a:latin typeface="Quattrocento Sans"/>
                <a:ea typeface="Quattrocento Sans"/>
                <a:cs typeface="Quattrocento Sans"/>
                <a:sym typeface="Quattrocento Sans"/>
              </a:defRPr>
            </a:lvl4pPr>
            <a:lvl5pPr indent="0" lvl="4" marL="0" algn="r">
              <a:spcBef>
                <a:spcPts val="0"/>
              </a:spcBef>
              <a:buNone/>
              <a:defRPr sz="1200">
                <a:solidFill>
                  <a:schemeClr val="dk2"/>
                </a:solidFill>
                <a:latin typeface="Quattrocento Sans"/>
                <a:ea typeface="Quattrocento Sans"/>
                <a:cs typeface="Quattrocento Sans"/>
                <a:sym typeface="Quattrocento Sans"/>
              </a:defRPr>
            </a:lvl5pPr>
            <a:lvl6pPr indent="0" lvl="5" marL="0" algn="r">
              <a:spcBef>
                <a:spcPts val="0"/>
              </a:spcBef>
              <a:buNone/>
              <a:defRPr sz="1200">
                <a:solidFill>
                  <a:schemeClr val="dk2"/>
                </a:solidFill>
                <a:latin typeface="Quattrocento Sans"/>
                <a:ea typeface="Quattrocento Sans"/>
                <a:cs typeface="Quattrocento Sans"/>
                <a:sym typeface="Quattrocento Sans"/>
              </a:defRPr>
            </a:lvl6pPr>
            <a:lvl7pPr indent="0" lvl="6" marL="0" algn="r">
              <a:spcBef>
                <a:spcPts val="0"/>
              </a:spcBef>
              <a:buNone/>
              <a:defRPr sz="1200">
                <a:solidFill>
                  <a:schemeClr val="dk2"/>
                </a:solidFill>
                <a:latin typeface="Quattrocento Sans"/>
                <a:ea typeface="Quattrocento Sans"/>
                <a:cs typeface="Quattrocento Sans"/>
                <a:sym typeface="Quattrocento Sans"/>
              </a:defRPr>
            </a:lvl7pPr>
            <a:lvl8pPr indent="0" lvl="7" marL="0" algn="r">
              <a:spcBef>
                <a:spcPts val="0"/>
              </a:spcBef>
              <a:buNone/>
              <a:defRPr sz="1200">
                <a:solidFill>
                  <a:schemeClr val="dk2"/>
                </a:solidFill>
                <a:latin typeface="Quattrocento Sans"/>
                <a:ea typeface="Quattrocento Sans"/>
                <a:cs typeface="Quattrocento Sans"/>
                <a:sym typeface="Quattrocento Sans"/>
              </a:defRPr>
            </a:lvl8pPr>
            <a:lvl9pPr indent="0" lvl="8" marL="0" algn="r">
              <a:spcBef>
                <a:spcPts val="0"/>
              </a:spcBef>
              <a:buNone/>
              <a:defRPr sz="1200">
                <a:solidFill>
                  <a:schemeClr val="dk2"/>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50-50 Left Photo Layout with text" showMasterSp="0">
  <p:cSld name="2_50-50 Left Photo Layout with text">
    <p:spTree>
      <p:nvGrpSpPr>
        <p:cNvPr id="54" name="Shape 54"/>
        <p:cNvGrpSpPr/>
        <p:nvPr/>
      </p:nvGrpSpPr>
      <p:grpSpPr>
        <a:xfrm>
          <a:off x="0" y="0"/>
          <a:ext cx="0" cy="0"/>
          <a:chOff x="0" y="0"/>
          <a:chExt cx="0" cy="0"/>
        </a:xfrm>
      </p:grpSpPr>
      <p:pic>
        <p:nvPicPr>
          <p:cNvPr id="55" name="Google Shape;55;p33"/>
          <p:cNvPicPr preferRelativeResize="0"/>
          <p:nvPr>
            <p:ph idx="2" type="pic"/>
          </p:nvPr>
        </p:nvPicPr>
        <p:blipFill/>
        <p:spPr>
          <a:xfrm flipH="1">
            <a:off x="-1" y="0"/>
            <a:ext cx="6094444" cy="6856100"/>
          </a:xfrm>
          <a:prstGeom prst="rect">
            <a:avLst/>
          </a:prstGeom>
          <a:blipFill rotWithShape="1">
            <a:blip r:embed="rId2">
              <a:alphaModFix/>
            </a:blip>
            <a:stretch>
              <a:fillRect b="0" l="0" r="0" t="0"/>
            </a:stretch>
          </a:blipFill>
          <a:ln>
            <a:noFill/>
          </a:ln>
        </p:spPr>
      </p:pic>
      <p:sp>
        <p:nvSpPr>
          <p:cNvPr id="56" name="Google Shape;56;p33"/>
          <p:cNvSpPr txBox="1"/>
          <p:nvPr>
            <p:ph idx="1" type="body"/>
          </p:nvPr>
        </p:nvSpPr>
        <p:spPr>
          <a:xfrm>
            <a:off x="6096000" y="2356398"/>
            <a:ext cx="6096000" cy="2145203"/>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2400"/>
              </a:spcBef>
              <a:spcAft>
                <a:spcPts val="0"/>
              </a:spcAft>
              <a:buClr>
                <a:schemeClr val="dk2"/>
              </a:buClr>
              <a:buSzPts val="3600"/>
              <a:buNone/>
              <a:defRPr b="0" i="0" sz="3600">
                <a:solidFill>
                  <a:schemeClr val="dk2"/>
                </a:solidFill>
                <a:latin typeface="Quattrocento Sans"/>
                <a:ea typeface="Quattrocento Sans"/>
                <a:cs typeface="Quattrocento Sans"/>
                <a:sym typeface="Quattrocento Sans"/>
              </a:defRPr>
            </a:lvl1pPr>
            <a:lvl2pPr indent="-228600" lvl="1" marL="914400" algn="ctr">
              <a:lnSpc>
                <a:spcPct val="90000"/>
              </a:lnSpc>
              <a:spcBef>
                <a:spcPts val="600"/>
              </a:spcBef>
              <a:spcAft>
                <a:spcPts val="0"/>
              </a:spcAft>
              <a:buClr>
                <a:srgbClr val="595959"/>
              </a:buClr>
              <a:buSzPts val="2800"/>
              <a:buNone/>
              <a:defRPr sz="2800"/>
            </a:lvl2pPr>
            <a:lvl3pPr indent="-228600" lvl="2" marL="1371600" algn="ctr">
              <a:lnSpc>
                <a:spcPct val="90000"/>
              </a:lnSpc>
              <a:spcBef>
                <a:spcPts val="600"/>
              </a:spcBef>
              <a:spcAft>
                <a:spcPts val="0"/>
              </a:spcAft>
              <a:buClr>
                <a:srgbClr val="262626"/>
              </a:buClr>
              <a:buSzPts val="2400"/>
              <a:buNone/>
              <a:defRPr b="0" sz="2400">
                <a:solidFill>
                  <a:srgbClr val="262626"/>
                </a:solidFill>
                <a:latin typeface="Quattrocento Sans"/>
                <a:ea typeface="Quattrocento Sans"/>
                <a:cs typeface="Quattrocento Sans"/>
                <a:sym typeface="Quattrocento Sans"/>
              </a:defRPr>
            </a:lvl3pPr>
            <a:lvl4pPr indent="-228600" lvl="3" marL="1828800" algn="ctr">
              <a:lnSpc>
                <a:spcPct val="90000"/>
              </a:lnSpc>
              <a:spcBef>
                <a:spcPts val="600"/>
              </a:spcBef>
              <a:spcAft>
                <a:spcPts val="0"/>
              </a:spcAft>
              <a:buClr>
                <a:srgbClr val="262626"/>
              </a:buClr>
              <a:buSzPts val="2000"/>
              <a:buNone/>
              <a:defRPr b="1" sz="2000"/>
            </a:lvl4pPr>
            <a:lvl5pPr indent="-228600" lvl="4" marL="2286000" algn="ctr">
              <a:lnSpc>
                <a:spcPct val="90000"/>
              </a:lnSpc>
              <a:spcBef>
                <a:spcPts val="600"/>
              </a:spcBef>
              <a:spcAft>
                <a:spcPts val="0"/>
              </a:spcAft>
              <a:buClr>
                <a:srgbClr val="262626"/>
              </a:buClr>
              <a:buSzPts val="1800"/>
              <a:buNone/>
              <a:defRPr sz="18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33"/>
          <p:cNvSpPr txBox="1"/>
          <p:nvPr>
            <p:ph idx="12" type="sldNum"/>
          </p:nvPr>
        </p:nvSpPr>
        <p:spPr>
          <a:xfrm>
            <a:off x="11668594" y="6484937"/>
            <a:ext cx="52340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Quattrocento Sans"/>
                <a:ea typeface="Quattrocento Sans"/>
                <a:cs typeface="Quattrocento Sans"/>
                <a:sym typeface="Quattrocento Sans"/>
              </a:defRPr>
            </a:lvl1pPr>
            <a:lvl2pPr indent="0" lvl="1" marL="0" algn="r">
              <a:spcBef>
                <a:spcPts val="0"/>
              </a:spcBef>
              <a:buNone/>
              <a:defRPr sz="1200">
                <a:solidFill>
                  <a:schemeClr val="dk2"/>
                </a:solidFill>
                <a:latin typeface="Quattrocento Sans"/>
                <a:ea typeface="Quattrocento Sans"/>
                <a:cs typeface="Quattrocento Sans"/>
                <a:sym typeface="Quattrocento Sans"/>
              </a:defRPr>
            </a:lvl2pPr>
            <a:lvl3pPr indent="0" lvl="2" marL="0" algn="r">
              <a:spcBef>
                <a:spcPts val="0"/>
              </a:spcBef>
              <a:buNone/>
              <a:defRPr sz="1200">
                <a:solidFill>
                  <a:schemeClr val="dk2"/>
                </a:solidFill>
                <a:latin typeface="Quattrocento Sans"/>
                <a:ea typeface="Quattrocento Sans"/>
                <a:cs typeface="Quattrocento Sans"/>
                <a:sym typeface="Quattrocento Sans"/>
              </a:defRPr>
            </a:lvl3pPr>
            <a:lvl4pPr indent="0" lvl="3" marL="0" algn="r">
              <a:spcBef>
                <a:spcPts val="0"/>
              </a:spcBef>
              <a:buNone/>
              <a:defRPr sz="1200">
                <a:solidFill>
                  <a:schemeClr val="dk2"/>
                </a:solidFill>
                <a:latin typeface="Quattrocento Sans"/>
                <a:ea typeface="Quattrocento Sans"/>
                <a:cs typeface="Quattrocento Sans"/>
                <a:sym typeface="Quattrocento Sans"/>
              </a:defRPr>
            </a:lvl4pPr>
            <a:lvl5pPr indent="0" lvl="4" marL="0" algn="r">
              <a:spcBef>
                <a:spcPts val="0"/>
              </a:spcBef>
              <a:buNone/>
              <a:defRPr sz="1200">
                <a:solidFill>
                  <a:schemeClr val="dk2"/>
                </a:solidFill>
                <a:latin typeface="Quattrocento Sans"/>
                <a:ea typeface="Quattrocento Sans"/>
                <a:cs typeface="Quattrocento Sans"/>
                <a:sym typeface="Quattrocento Sans"/>
              </a:defRPr>
            </a:lvl5pPr>
            <a:lvl6pPr indent="0" lvl="5" marL="0" algn="r">
              <a:spcBef>
                <a:spcPts val="0"/>
              </a:spcBef>
              <a:buNone/>
              <a:defRPr sz="1200">
                <a:solidFill>
                  <a:schemeClr val="dk2"/>
                </a:solidFill>
                <a:latin typeface="Quattrocento Sans"/>
                <a:ea typeface="Quattrocento Sans"/>
                <a:cs typeface="Quattrocento Sans"/>
                <a:sym typeface="Quattrocento Sans"/>
              </a:defRPr>
            </a:lvl6pPr>
            <a:lvl7pPr indent="0" lvl="6" marL="0" algn="r">
              <a:spcBef>
                <a:spcPts val="0"/>
              </a:spcBef>
              <a:buNone/>
              <a:defRPr sz="1200">
                <a:solidFill>
                  <a:schemeClr val="dk2"/>
                </a:solidFill>
                <a:latin typeface="Quattrocento Sans"/>
                <a:ea typeface="Quattrocento Sans"/>
                <a:cs typeface="Quattrocento Sans"/>
                <a:sym typeface="Quattrocento Sans"/>
              </a:defRPr>
            </a:lvl7pPr>
            <a:lvl8pPr indent="0" lvl="7" marL="0" algn="r">
              <a:spcBef>
                <a:spcPts val="0"/>
              </a:spcBef>
              <a:buNone/>
              <a:defRPr sz="1200">
                <a:solidFill>
                  <a:schemeClr val="dk2"/>
                </a:solidFill>
                <a:latin typeface="Quattrocento Sans"/>
                <a:ea typeface="Quattrocento Sans"/>
                <a:cs typeface="Quattrocento Sans"/>
                <a:sym typeface="Quattrocento Sans"/>
              </a:defRPr>
            </a:lvl8pPr>
            <a:lvl9pPr indent="0" lvl="8" marL="0" algn="r">
              <a:spcBef>
                <a:spcPts val="0"/>
              </a:spcBef>
              <a:buNone/>
              <a:defRPr sz="1200">
                <a:solidFill>
                  <a:schemeClr val="dk2"/>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50-50 Left Photo Layout with text" showMasterSp="0">
  <p:cSld name="3_50-50 Left Photo Layout with text">
    <p:spTree>
      <p:nvGrpSpPr>
        <p:cNvPr id="58" name="Shape 58"/>
        <p:cNvGrpSpPr/>
        <p:nvPr/>
      </p:nvGrpSpPr>
      <p:grpSpPr>
        <a:xfrm>
          <a:off x="0" y="0"/>
          <a:ext cx="0" cy="0"/>
          <a:chOff x="0" y="0"/>
          <a:chExt cx="0" cy="0"/>
        </a:xfrm>
      </p:grpSpPr>
      <p:pic>
        <p:nvPicPr>
          <p:cNvPr id="59" name="Google Shape;59;p34"/>
          <p:cNvPicPr preferRelativeResize="0"/>
          <p:nvPr>
            <p:ph idx="2" type="pic"/>
          </p:nvPr>
        </p:nvPicPr>
        <p:blipFill/>
        <p:spPr>
          <a:xfrm>
            <a:off x="0" y="0"/>
            <a:ext cx="12190413" cy="6858000"/>
          </a:xfrm>
          <a:prstGeom prst="rect">
            <a:avLst/>
          </a:prstGeom>
          <a:blipFill rotWithShape="1">
            <a:blip r:embed="rId2">
              <a:alphaModFix/>
            </a:blip>
            <a:stretch>
              <a:fillRect b="0" l="0" r="0" t="0"/>
            </a:stretch>
          </a:blipFill>
          <a:ln>
            <a:noFill/>
          </a:ln>
        </p:spPr>
      </p:pic>
      <p:sp>
        <p:nvSpPr>
          <p:cNvPr id="60" name="Google Shape;60;p34"/>
          <p:cNvSpPr txBox="1"/>
          <p:nvPr>
            <p:ph idx="1" type="body"/>
          </p:nvPr>
        </p:nvSpPr>
        <p:spPr>
          <a:xfrm>
            <a:off x="1875949" y="419100"/>
            <a:ext cx="2377440" cy="840230"/>
          </a:xfrm>
          <a:prstGeom prst="rect">
            <a:avLst/>
          </a:prstGeom>
          <a:noFill/>
          <a:ln>
            <a:noFill/>
          </a:ln>
        </p:spPr>
        <p:txBody>
          <a:bodyPr anchorCtr="0" anchor="t" bIns="45700" lIns="146300" spcFirstLastPara="1" rIns="146300" wrap="square" tIns="45700">
            <a:spAutoFit/>
          </a:bodyPr>
          <a:lstStyle>
            <a:lvl1pPr indent="-228600" lvl="0" marL="457200" algn="ctr">
              <a:lnSpc>
                <a:spcPct val="90000"/>
              </a:lnSpc>
              <a:spcBef>
                <a:spcPts val="1000"/>
              </a:spcBef>
              <a:spcAft>
                <a:spcPts val="0"/>
              </a:spcAft>
              <a:buClr>
                <a:schemeClr val="accent4"/>
              </a:buClr>
              <a:buSzPts val="5400"/>
              <a:buNone/>
              <a:defRPr sz="5400">
                <a:solidFill>
                  <a:schemeClr val="accent4"/>
                </a:solidFill>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3F3F3F"/>
              </a:buClr>
              <a:buSzPts val="2200"/>
              <a:buNone/>
              <a:defRPr sz="2200">
                <a:solidFill>
                  <a:srgbClr val="3F3F3F"/>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1800"/>
              <a:buNone/>
              <a:defRPr sz="1800"/>
            </a:lvl3pPr>
            <a:lvl4pPr indent="-228600" lvl="3" marL="1828800" algn="ctr">
              <a:lnSpc>
                <a:spcPct val="90000"/>
              </a:lnSpc>
              <a:spcBef>
                <a:spcPts val="1200"/>
              </a:spcBef>
              <a:spcAft>
                <a:spcPts val="0"/>
              </a:spcAft>
              <a:buClr>
                <a:srgbClr val="262626"/>
              </a:buClr>
              <a:buSzPts val="1800"/>
              <a:buNone/>
              <a:defRPr sz="1800">
                <a:latin typeface="Quattrocento Sans"/>
                <a:ea typeface="Quattrocento Sans"/>
                <a:cs typeface="Quattrocento Sans"/>
                <a:sym typeface="Quattrocento Sans"/>
              </a:defRPr>
            </a:lvl4pPr>
            <a:lvl5pPr indent="-228600" lvl="4" marL="2286000" algn="ctr">
              <a:lnSpc>
                <a:spcPct val="90000"/>
              </a:lnSpc>
              <a:spcBef>
                <a:spcPts val="600"/>
              </a:spcBef>
              <a:spcAft>
                <a:spcPts val="0"/>
              </a:spcAft>
              <a:buClr>
                <a:srgbClr val="262626"/>
              </a:buClr>
              <a:buSzPts val="1600"/>
              <a:buNone/>
              <a:defRPr sz="16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34"/>
          <p:cNvSpPr txBox="1"/>
          <p:nvPr>
            <p:ph idx="3" type="body"/>
          </p:nvPr>
        </p:nvSpPr>
        <p:spPr>
          <a:xfrm>
            <a:off x="304800" y="3429000"/>
            <a:ext cx="5960269" cy="2754087"/>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0"/>
              </a:spcBef>
              <a:spcAft>
                <a:spcPts val="0"/>
              </a:spcAft>
              <a:buClr>
                <a:schemeClr val="dk2"/>
              </a:buClr>
              <a:buSzPts val="3600"/>
              <a:buNone/>
              <a:defRPr b="0" i="0" sz="3600">
                <a:solidFill>
                  <a:schemeClr val="dk2"/>
                </a:solidFill>
                <a:latin typeface="Quattrocento Sans"/>
                <a:ea typeface="Quattrocento Sans"/>
                <a:cs typeface="Quattrocento Sans"/>
                <a:sym typeface="Quattrocento Sans"/>
              </a:defRPr>
            </a:lvl1pPr>
            <a:lvl2pPr indent="-228600" lvl="1" marL="914400" algn="ctr">
              <a:lnSpc>
                <a:spcPct val="90000"/>
              </a:lnSpc>
              <a:spcBef>
                <a:spcPts val="3000"/>
              </a:spcBef>
              <a:spcAft>
                <a:spcPts val="0"/>
              </a:spcAft>
              <a:buClr>
                <a:srgbClr val="595959"/>
              </a:buClr>
              <a:buSzPts val="2800"/>
              <a:buNone/>
              <a:defRPr sz="2800"/>
            </a:lvl2pPr>
            <a:lvl3pPr indent="-228600" lvl="2" marL="1371600" algn="ctr">
              <a:lnSpc>
                <a:spcPct val="90000"/>
              </a:lnSpc>
              <a:spcBef>
                <a:spcPts val="1200"/>
              </a:spcBef>
              <a:spcAft>
                <a:spcPts val="0"/>
              </a:spcAft>
              <a:buClr>
                <a:srgbClr val="262626"/>
              </a:buClr>
              <a:buSzPts val="2400"/>
              <a:buNone/>
              <a:defRPr b="0" sz="2400">
                <a:solidFill>
                  <a:srgbClr val="262626"/>
                </a:solidFill>
                <a:latin typeface="Quattrocento Sans"/>
                <a:ea typeface="Quattrocento Sans"/>
                <a:cs typeface="Quattrocento Sans"/>
                <a:sym typeface="Quattrocento Sans"/>
              </a:defRPr>
            </a:lvl3pPr>
            <a:lvl4pPr indent="-228600" lvl="3" marL="1828800" algn="ctr">
              <a:lnSpc>
                <a:spcPct val="90000"/>
              </a:lnSpc>
              <a:spcBef>
                <a:spcPts val="1200"/>
              </a:spcBef>
              <a:spcAft>
                <a:spcPts val="0"/>
              </a:spcAft>
              <a:buClr>
                <a:srgbClr val="262626"/>
              </a:buClr>
              <a:buSzPts val="2000"/>
              <a:buNone/>
              <a:defRPr b="1" sz="2000"/>
            </a:lvl4pPr>
            <a:lvl5pPr indent="-228600" lvl="4" marL="2286000" algn="ctr">
              <a:lnSpc>
                <a:spcPct val="90000"/>
              </a:lnSpc>
              <a:spcBef>
                <a:spcPts val="600"/>
              </a:spcBef>
              <a:spcAft>
                <a:spcPts val="0"/>
              </a:spcAft>
              <a:buClr>
                <a:srgbClr val="262626"/>
              </a:buClr>
              <a:buSzPts val="1800"/>
              <a:buNone/>
              <a:defRPr sz="18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34"/>
          <p:cNvSpPr txBox="1"/>
          <p:nvPr>
            <p:ph idx="4" type="body"/>
          </p:nvPr>
        </p:nvSpPr>
        <p:spPr>
          <a:xfrm>
            <a:off x="304800" y="1554164"/>
            <a:ext cx="5875734" cy="535531"/>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1000"/>
              </a:spcBef>
              <a:spcAft>
                <a:spcPts val="0"/>
              </a:spcAft>
              <a:buClr>
                <a:schemeClr val="dk1"/>
              </a:buClr>
              <a:buSzPts val="3600"/>
              <a:buNone/>
              <a:defRPr b="0" sz="3600">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595959"/>
              </a:buClr>
              <a:buSzPts val="3200"/>
              <a:buFont typeface="Arial"/>
              <a:buNone/>
              <a:defRPr b="0" sz="3200">
                <a:solidFill>
                  <a:srgbClr val="595959"/>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2000"/>
              <a:buNone/>
              <a:defRPr/>
            </a:lvl3pPr>
            <a:lvl4pPr indent="-228600" lvl="3" marL="1828800" algn="ctr">
              <a:lnSpc>
                <a:spcPct val="90000"/>
              </a:lnSpc>
              <a:spcBef>
                <a:spcPts val="1200"/>
              </a:spcBef>
              <a:spcAft>
                <a:spcPts val="0"/>
              </a:spcAft>
              <a:buClr>
                <a:srgbClr val="262626"/>
              </a:buClr>
              <a:buSzPts val="1600"/>
              <a:buNone/>
              <a:defRPr/>
            </a:lvl4pPr>
            <a:lvl5pPr indent="-228600" lvl="4" marL="2286000" algn="ctr">
              <a:lnSpc>
                <a:spcPct val="90000"/>
              </a:lnSpc>
              <a:spcBef>
                <a:spcPts val="600"/>
              </a:spcBef>
              <a:spcAft>
                <a:spcPts val="0"/>
              </a:spcAft>
              <a:buClr>
                <a:srgbClr val="262626"/>
              </a:buClr>
              <a:buSzPts val="16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34"/>
          <p:cNvSpPr txBox="1"/>
          <p:nvPr>
            <p:ph idx="12" type="sldNum"/>
          </p:nvPr>
        </p:nvSpPr>
        <p:spPr>
          <a:xfrm>
            <a:off x="11668594" y="6484937"/>
            <a:ext cx="52340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Quattrocento Sans"/>
                <a:ea typeface="Quattrocento Sans"/>
                <a:cs typeface="Quattrocento Sans"/>
                <a:sym typeface="Quattrocento Sans"/>
              </a:defRPr>
            </a:lvl1pPr>
            <a:lvl2pPr indent="0" lvl="1" marL="0" algn="r">
              <a:spcBef>
                <a:spcPts val="0"/>
              </a:spcBef>
              <a:buNone/>
              <a:defRPr sz="1200">
                <a:solidFill>
                  <a:schemeClr val="lt1"/>
                </a:solidFill>
                <a:latin typeface="Quattrocento Sans"/>
                <a:ea typeface="Quattrocento Sans"/>
                <a:cs typeface="Quattrocento Sans"/>
                <a:sym typeface="Quattrocento Sans"/>
              </a:defRPr>
            </a:lvl2pPr>
            <a:lvl3pPr indent="0" lvl="2" marL="0" algn="r">
              <a:spcBef>
                <a:spcPts val="0"/>
              </a:spcBef>
              <a:buNone/>
              <a:defRPr sz="1200">
                <a:solidFill>
                  <a:schemeClr val="lt1"/>
                </a:solidFill>
                <a:latin typeface="Quattrocento Sans"/>
                <a:ea typeface="Quattrocento Sans"/>
                <a:cs typeface="Quattrocento Sans"/>
                <a:sym typeface="Quattrocento Sans"/>
              </a:defRPr>
            </a:lvl3pPr>
            <a:lvl4pPr indent="0" lvl="3" marL="0" algn="r">
              <a:spcBef>
                <a:spcPts val="0"/>
              </a:spcBef>
              <a:buNone/>
              <a:defRPr sz="1200">
                <a:solidFill>
                  <a:schemeClr val="lt1"/>
                </a:solidFill>
                <a:latin typeface="Quattrocento Sans"/>
                <a:ea typeface="Quattrocento Sans"/>
                <a:cs typeface="Quattrocento Sans"/>
                <a:sym typeface="Quattrocento Sans"/>
              </a:defRPr>
            </a:lvl4pPr>
            <a:lvl5pPr indent="0" lvl="4" marL="0" algn="r">
              <a:spcBef>
                <a:spcPts val="0"/>
              </a:spcBef>
              <a:buNone/>
              <a:defRPr sz="1200">
                <a:solidFill>
                  <a:schemeClr val="lt1"/>
                </a:solidFill>
                <a:latin typeface="Quattrocento Sans"/>
                <a:ea typeface="Quattrocento Sans"/>
                <a:cs typeface="Quattrocento Sans"/>
                <a:sym typeface="Quattrocento Sans"/>
              </a:defRPr>
            </a:lvl5pPr>
            <a:lvl6pPr indent="0" lvl="5" marL="0" algn="r">
              <a:spcBef>
                <a:spcPts val="0"/>
              </a:spcBef>
              <a:buNone/>
              <a:defRPr sz="1200">
                <a:solidFill>
                  <a:schemeClr val="lt1"/>
                </a:solidFill>
                <a:latin typeface="Quattrocento Sans"/>
                <a:ea typeface="Quattrocento Sans"/>
                <a:cs typeface="Quattrocento Sans"/>
                <a:sym typeface="Quattrocento Sans"/>
              </a:defRPr>
            </a:lvl6pPr>
            <a:lvl7pPr indent="0" lvl="6" marL="0" algn="r">
              <a:spcBef>
                <a:spcPts val="0"/>
              </a:spcBef>
              <a:buNone/>
              <a:defRPr sz="1200">
                <a:solidFill>
                  <a:schemeClr val="lt1"/>
                </a:solidFill>
                <a:latin typeface="Quattrocento Sans"/>
                <a:ea typeface="Quattrocento Sans"/>
                <a:cs typeface="Quattrocento Sans"/>
                <a:sym typeface="Quattrocento Sans"/>
              </a:defRPr>
            </a:lvl7pPr>
            <a:lvl8pPr indent="0" lvl="7" marL="0" algn="r">
              <a:spcBef>
                <a:spcPts val="0"/>
              </a:spcBef>
              <a:buNone/>
              <a:defRPr sz="1200">
                <a:solidFill>
                  <a:schemeClr val="lt1"/>
                </a:solidFill>
                <a:latin typeface="Quattrocento Sans"/>
                <a:ea typeface="Quattrocento Sans"/>
                <a:cs typeface="Quattrocento Sans"/>
                <a:sym typeface="Quattrocento Sans"/>
              </a:defRPr>
            </a:lvl8pPr>
            <a:lvl9pPr indent="0" lvl="8" marL="0" algn="r">
              <a:spcBef>
                <a:spcPts val="0"/>
              </a:spcBef>
              <a:buNone/>
              <a:defRPr sz="1200">
                <a:solidFill>
                  <a:schemeClr val="l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50-50 Right Photo Layout" showMasterSp="0">
  <p:cSld name="2_50-50 Right Photo Layout">
    <p:spTree>
      <p:nvGrpSpPr>
        <p:cNvPr id="64" name="Shape 64"/>
        <p:cNvGrpSpPr/>
        <p:nvPr/>
      </p:nvGrpSpPr>
      <p:grpSpPr>
        <a:xfrm>
          <a:off x="0" y="0"/>
          <a:ext cx="0" cy="0"/>
          <a:chOff x="0" y="0"/>
          <a:chExt cx="0" cy="0"/>
        </a:xfrm>
      </p:grpSpPr>
      <p:pic>
        <p:nvPicPr>
          <p:cNvPr id="65" name="Google Shape;65;p35"/>
          <p:cNvPicPr preferRelativeResize="0"/>
          <p:nvPr>
            <p:ph idx="2" type="pic"/>
          </p:nvPr>
        </p:nvPicPr>
        <p:blipFill/>
        <p:spPr>
          <a:xfrm>
            <a:off x="6129304" y="0"/>
            <a:ext cx="6062696" cy="6856100"/>
          </a:xfrm>
          <a:prstGeom prst="rect">
            <a:avLst/>
          </a:prstGeom>
          <a:blipFill rotWithShape="1">
            <a:blip r:embed="rId2">
              <a:alphaModFix/>
            </a:blip>
            <a:stretch>
              <a:fillRect b="0" l="0" r="0" t="0"/>
            </a:stretch>
          </a:blipFill>
          <a:ln>
            <a:noFill/>
          </a:ln>
        </p:spPr>
      </p:pic>
      <p:sp>
        <p:nvSpPr>
          <p:cNvPr id="66" name="Google Shape;66;p35"/>
          <p:cNvSpPr txBox="1"/>
          <p:nvPr>
            <p:ph idx="1" type="body"/>
          </p:nvPr>
        </p:nvSpPr>
        <p:spPr>
          <a:xfrm>
            <a:off x="0" y="3429000"/>
            <a:ext cx="6129304" cy="2754087"/>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0"/>
              </a:spcBef>
              <a:spcAft>
                <a:spcPts val="0"/>
              </a:spcAft>
              <a:buClr>
                <a:schemeClr val="dk2"/>
              </a:buClr>
              <a:buSzPts val="3600"/>
              <a:buNone/>
              <a:defRPr b="0" i="0" sz="3600">
                <a:solidFill>
                  <a:schemeClr val="dk2"/>
                </a:solidFill>
                <a:latin typeface="Quattrocento Sans"/>
                <a:ea typeface="Quattrocento Sans"/>
                <a:cs typeface="Quattrocento Sans"/>
                <a:sym typeface="Quattrocento Sans"/>
              </a:defRPr>
            </a:lvl1pPr>
            <a:lvl2pPr indent="-228600" lvl="1" marL="914400" algn="ctr">
              <a:lnSpc>
                <a:spcPct val="90000"/>
              </a:lnSpc>
              <a:spcBef>
                <a:spcPts val="3000"/>
              </a:spcBef>
              <a:spcAft>
                <a:spcPts val="0"/>
              </a:spcAft>
              <a:buClr>
                <a:srgbClr val="595959"/>
              </a:buClr>
              <a:buSzPts val="2800"/>
              <a:buNone/>
              <a:defRPr sz="2800"/>
            </a:lvl2pPr>
            <a:lvl3pPr indent="-228600" lvl="2" marL="1371600" algn="ctr">
              <a:lnSpc>
                <a:spcPct val="90000"/>
              </a:lnSpc>
              <a:spcBef>
                <a:spcPts val="1200"/>
              </a:spcBef>
              <a:spcAft>
                <a:spcPts val="0"/>
              </a:spcAft>
              <a:buClr>
                <a:srgbClr val="262626"/>
              </a:buClr>
              <a:buSzPts val="2400"/>
              <a:buNone/>
              <a:defRPr b="0" sz="2400">
                <a:solidFill>
                  <a:srgbClr val="262626"/>
                </a:solidFill>
                <a:latin typeface="Quattrocento Sans"/>
                <a:ea typeface="Quattrocento Sans"/>
                <a:cs typeface="Quattrocento Sans"/>
                <a:sym typeface="Quattrocento Sans"/>
              </a:defRPr>
            </a:lvl3pPr>
            <a:lvl4pPr indent="-228600" lvl="3" marL="1828800" algn="ctr">
              <a:lnSpc>
                <a:spcPct val="90000"/>
              </a:lnSpc>
              <a:spcBef>
                <a:spcPts val="1200"/>
              </a:spcBef>
              <a:spcAft>
                <a:spcPts val="0"/>
              </a:spcAft>
              <a:buClr>
                <a:srgbClr val="262626"/>
              </a:buClr>
              <a:buSzPts val="2000"/>
              <a:buNone/>
              <a:defRPr b="1" sz="2000"/>
            </a:lvl4pPr>
            <a:lvl5pPr indent="-228600" lvl="4" marL="2286000" algn="ctr">
              <a:lnSpc>
                <a:spcPct val="90000"/>
              </a:lnSpc>
              <a:spcBef>
                <a:spcPts val="600"/>
              </a:spcBef>
              <a:spcAft>
                <a:spcPts val="0"/>
              </a:spcAft>
              <a:buClr>
                <a:srgbClr val="262626"/>
              </a:buClr>
              <a:buSzPts val="1800"/>
              <a:buNone/>
              <a:defRPr sz="18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35"/>
          <p:cNvSpPr txBox="1"/>
          <p:nvPr>
            <p:ph idx="3" type="body"/>
          </p:nvPr>
        </p:nvSpPr>
        <p:spPr>
          <a:xfrm>
            <a:off x="1875949" y="419100"/>
            <a:ext cx="2377440" cy="840230"/>
          </a:xfrm>
          <a:prstGeom prst="rect">
            <a:avLst/>
          </a:prstGeom>
          <a:noFill/>
          <a:ln>
            <a:noFill/>
          </a:ln>
        </p:spPr>
        <p:txBody>
          <a:bodyPr anchorCtr="0" anchor="t" bIns="45700" lIns="146300" spcFirstLastPara="1" rIns="146300" wrap="square" tIns="45700">
            <a:spAutoFit/>
          </a:bodyPr>
          <a:lstStyle>
            <a:lvl1pPr indent="-228600" lvl="0" marL="457200" algn="ctr">
              <a:lnSpc>
                <a:spcPct val="90000"/>
              </a:lnSpc>
              <a:spcBef>
                <a:spcPts val="1000"/>
              </a:spcBef>
              <a:spcAft>
                <a:spcPts val="0"/>
              </a:spcAft>
              <a:buClr>
                <a:schemeClr val="accent4"/>
              </a:buClr>
              <a:buSzPts val="5400"/>
              <a:buNone/>
              <a:defRPr sz="5400">
                <a:solidFill>
                  <a:schemeClr val="accent4"/>
                </a:solidFill>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3F3F3F"/>
              </a:buClr>
              <a:buSzPts val="2200"/>
              <a:buNone/>
              <a:defRPr sz="2200">
                <a:solidFill>
                  <a:srgbClr val="3F3F3F"/>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1800"/>
              <a:buNone/>
              <a:defRPr sz="1800"/>
            </a:lvl3pPr>
            <a:lvl4pPr indent="-228600" lvl="3" marL="1828800" algn="ctr">
              <a:lnSpc>
                <a:spcPct val="90000"/>
              </a:lnSpc>
              <a:spcBef>
                <a:spcPts val="1200"/>
              </a:spcBef>
              <a:spcAft>
                <a:spcPts val="0"/>
              </a:spcAft>
              <a:buClr>
                <a:srgbClr val="262626"/>
              </a:buClr>
              <a:buSzPts val="1800"/>
              <a:buNone/>
              <a:defRPr sz="1800">
                <a:latin typeface="Quattrocento Sans"/>
                <a:ea typeface="Quattrocento Sans"/>
                <a:cs typeface="Quattrocento Sans"/>
                <a:sym typeface="Quattrocento Sans"/>
              </a:defRPr>
            </a:lvl4pPr>
            <a:lvl5pPr indent="-228600" lvl="4" marL="2286000" algn="ctr">
              <a:lnSpc>
                <a:spcPct val="90000"/>
              </a:lnSpc>
              <a:spcBef>
                <a:spcPts val="600"/>
              </a:spcBef>
              <a:spcAft>
                <a:spcPts val="0"/>
              </a:spcAft>
              <a:buClr>
                <a:srgbClr val="262626"/>
              </a:buClr>
              <a:buSzPts val="1600"/>
              <a:buNone/>
              <a:defRPr sz="16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35"/>
          <p:cNvSpPr txBox="1"/>
          <p:nvPr>
            <p:ph idx="4" type="body"/>
          </p:nvPr>
        </p:nvSpPr>
        <p:spPr>
          <a:xfrm>
            <a:off x="0" y="1554163"/>
            <a:ext cx="6129304" cy="535531"/>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1000"/>
              </a:spcBef>
              <a:spcAft>
                <a:spcPts val="0"/>
              </a:spcAft>
              <a:buClr>
                <a:schemeClr val="dk1"/>
              </a:buClr>
              <a:buSzPts val="3600"/>
              <a:buNone/>
              <a:defRPr b="0" sz="3600">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595959"/>
              </a:buClr>
              <a:buSzPts val="3200"/>
              <a:buNone/>
              <a:defRPr b="0" sz="3200">
                <a:solidFill>
                  <a:srgbClr val="595959"/>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2000"/>
              <a:buNone/>
              <a:defRPr/>
            </a:lvl3pPr>
            <a:lvl4pPr indent="-228600" lvl="3" marL="1828800" algn="ctr">
              <a:lnSpc>
                <a:spcPct val="90000"/>
              </a:lnSpc>
              <a:spcBef>
                <a:spcPts val="1200"/>
              </a:spcBef>
              <a:spcAft>
                <a:spcPts val="0"/>
              </a:spcAft>
              <a:buClr>
                <a:srgbClr val="262626"/>
              </a:buClr>
              <a:buSzPts val="1600"/>
              <a:buNone/>
              <a:defRPr/>
            </a:lvl4pPr>
            <a:lvl5pPr indent="-228600" lvl="4" marL="2286000" algn="ctr">
              <a:lnSpc>
                <a:spcPct val="90000"/>
              </a:lnSpc>
              <a:spcBef>
                <a:spcPts val="600"/>
              </a:spcBef>
              <a:spcAft>
                <a:spcPts val="0"/>
              </a:spcAft>
              <a:buClr>
                <a:srgbClr val="262626"/>
              </a:buClr>
              <a:buSzPts val="16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35"/>
          <p:cNvSpPr txBox="1"/>
          <p:nvPr>
            <p:ph idx="12" type="sldNum"/>
          </p:nvPr>
        </p:nvSpPr>
        <p:spPr>
          <a:xfrm>
            <a:off x="11668594" y="6484937"/>
            <a:ext cx="52340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Quattrocento Sans"/>
                <a:ea typeface="Quattrocento Sans"/>
                <a:cs typeface="Quattrocento Sans"/>
                <a:sym typeface="Quattrocento Sans"/>
              </a:defRPr>
            </a:lvl1pPr>
            <a:lvl2pPr indent="0" lvl="1" marL="0" algn="r">
              <a:spcBef>
                <a:spcPts val="0"/>
              </a:spcBef>
              <a:buNone/>
              <a:defRPr sz="1200">
                <a:solidFill>
                  <a:schemeClr val="lt1"/>
                </a:solidFill>
                <a:latin typeface="Quattrocento Sans"/>
                <a:ea typeface="Quattrocento Sans"/>
                <a:cs typeface="Quattrocento Sans"/>
                <a:sym typeface="Quattrocento Sans"/>
              </a:defRPr>
            </a:lvl2pPr>
            <a:lvl3pPr indent="0" lvl="2" marL="0" algn="r">
              <a:spcBef>
                <a:spcPts val="0"/>
              </a:spcBef>
              <a:buNone/>
              <a:defRPr sz="1200">
                <a:solidFill>
                  <a:schemeClr val="lt1"/>
                </a:solidFill>
                <a:latin typeface="Quattrocento Sans"/>
                <a:ea typeface="Quattrocento Sans"/>
                <a:cs typeface="Quattrocento Sans"/>
                <a:sym typeface="Quattrocento Sans"/>
              </a:defRPr>
            </a:lvl3pPr>
            <a:lvl4pPr indent="0" lvl="3" marL="0" algn="r">
              <a:spcBef>
                <a:spcPts val="0"/>
              </a:spcBef>
              <a:buNone/>
              <a:defRPr sz="1200">
                <a:solidFill>
                  <a:schemeClr val="lt1"/>
                </a:solidFill>
                <a:latin typeface="Quattrocento Sans"/>
                <a:ea typeface="Quattrocento Sans"/>
                <a:cs typeface="Quattrocento Sans"/>
                <a:sym typeface="Quattrocento Sans"/>
              </a:defRPr>
            </a:lvl4pPr>
            <a:lvl5pPr indent="0" lvl="4" marL="0" algn="r">
              <a:spcBef>
                <a:spcPts val="0"/>
              </a:spcBef>
              <a:buNone/>
              <a:defRPr sz="1200">
                <a:solidFill>
                  <a:schemeClr val="lt1"/>
                </a:solidFill>
                <a:latin typeface="Quattrocento Sans"/>
                <a:ea typeface="Quattrocento Sans"/>
                <a:cs typeface="Quattrocento Sans"/>
                <a:sym typeface="Quattrocento Sans"/>
              </a:defRPr>
            </a:lvl5pPr>
            <a:lvl6pPr indent="0" lvl="5" marL="0" algn="r">
              <a:spcBef>
                <a:spcPts val="0"/>
              </a:spcBef>
              <a:buNone/>
              <a:defRPr sz="1200">
                <a:solidFill>
                  <a:schemeClr val="lt1"/>
                </a:solidFill>
                <a:latin typeface="Quattrocento Sans"/>
                <a:ea typeface="Quattrocento Sans"/>
                <a:cs typeface="Quattrocento Sans"/>
                <a:sym typeface="Quattrocento Sans"/>
              </a:defRPr>
            </a:lvl6pPr>
            <a:lvl7pPr indent="0" lvl="6" marL="0" algn="r">
              <a:spcBef>
                <a:spcPts val="0"/>
              </a:spcBef>
              <a:buNone/>
              <a:defRPr sz="1200">
                <a:solidFill>
                  <a:schemeClr val="lt1"/>
                </a:solidFill>
                <a:latin typeface="Quattrocento Sans"/>
                <a:ea typeface="Quattrocento Sans"/>
                <a:cs typeface="Quattrocento Sans"/>
                <a:sym typeface="Quattrocento Sans"/>
              </a:defRPr>
            </a:lvl7pPr>
            <a:lvl8pPr indent="0" lvl="7" marL="0" algn="r">
              <a:spcBef>
                <a:spcPts val="0"/>
              </a:spcBef>
              <a:buNone/>
              <a:defRPr sz="1200">
                <a:solidFill>
                  <a:schemeClr val="lt1"/>
                </a:solidFill>
                <a:latin typeface="Quattrocento Sans"/>
                <a:ea typeface="Quattrocento Sans"/>
                <a:cs typeface="Quattrocento Sans"/>
                <a:sym typeface="Quattrocento Sans"/>
              </a:defRPr>
            </a:lvl8pPr>
            <a:lvl9pPr indent="0" lvl="8" marL="0" algn="r">
              <a:spcBef>
                <a:spcPts val="0"/>
              </a:spcBef>
              <a:buNone/>
              <a:defRPr sz="1200">
                <a:solidFill>
                  <a:schemeClr val="l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_TITLE OR TRANSITION" showMasterSp="0">
  <p:cSld name="00_TITLE OR TRANSITION">
    <p:bg>
      <p:bgPr>
        <a:solidFill>
          <a:schemeClr val="dk2"/>
        </a:solidFill>
      </p:bgPr>
    </p:bg>
    <p:spTree>
      <p:nvGrpSpPr>
        <p:cNvPr id="70" name="Shape 70"/>
        <p:cNvGrpSpPr/>
        <p:nvPr/>
      </p:nvGrpSpPr>
      <p:grpSpPr>
        <a:xfrm>
          <a:off x="0" y="0"/>
          <a:ext cx="0" cy="0"/>
          <a:chOff x="0" y="0"/>
          <a:chExt cx="0" cy="0"/>
        </a:xfrm>
      </p:grpSpPr>
      <p:sp>
        <p:nvSpPr>
          <p:cNvPr id="71" name="Google Shape;71;p36"/>
          <p:cNvSpPr/>
          <p:nvPr/>
        </p:nvSpPr>
        <p:spPr>
          <a:xfrm>
            <a:off x="1219939" y="-739444"/>
            <a:ext cx="9107555" cy="9034439"/>
          </a:xfrm>
          <a:prstGeom prst="ellipse">
            <a:avLst/>
          </a:prstGeom>
          <a:noFill/>
          <a:ln cap="flat" cmpd="sng" w="19050">
            <a:solidFill>
              <a:srgbClr val="75D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Quattrocento Sans"/>
              <a:buNone/>
            </a:pPr>
            <a:r>
              <a:t/>
            </a:r>
            <a:endParaRPr b="0" i="0" sz="1800" u="none" cap="none" strike="noStrike">
              <a:solidFill>
                <a:srgbClr val="000000"/>
              </a:solidFill>
              <a:latin typeface="Quattrocento Sans"/>
              <a:ea typeface="Quattrocento Sans"/>
              <a:cs typeface="Quattrocento Sans"/>
              <a:sym typeface="Quattrocento Sans"/>
            </a:endParaRPr>
          </a:p>
        </p:txBody>
      </p:sp>
      <p:sp>
        <p:nvSpPr>
          <p:cNvPr id="72" name="Google Shape;72;p36"/>
          <p:cNvSpPr/>
          <p:nvPr/>
        </p:nvSpPr>
        <p:spPr>
          <a:xfrm>
            <a:off x="1219939" y="-739444"/>
            <a:ext cx="9107555" cy="9034439"/>
          </a:xfrm>
          <a:prstGeom prst="ellipse">
            <a:avLst/>
          </a:prstGeom>
          <a:noFill/>
          <a:ln cap="flat" cmpd="sng" w="19050">
            <a:solidFill>
              <a:srgbClr val="75D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Quattrocento Sans"/>
              <a:buNone/>
            </a:pPr>
            <a:r>
              <a:t/>
            </a:r>
            <a:endParaRPr b="0" i="0" sz="1800" u="none" cap="none" strike="noStrike">
              <a:solidFill>
                <a:srgbClr val="000000"/>
              </a:solidFill>
              <a:latin typeface="Quattrocento Sans"/>
              <a:ea typeface="Quattrocento Sans"/>
              <a:cs typeface="Quattrocento Sans"/>
              <a:sym typeface="Quattrocento Sans"/>
            </a:endParaRPr>
          </a:p>
        </p:txBody>
      </p:sp>
      <p:sp>
        <p:nvSpPr>
          <p:cNvPr id="73" name="Google Shape;73;p36"/>
          <p:cNvSpPr/>
          <p:nvPr/>
        </p:nvSpPr>
        <p:spPr>
          <a:xfrm>
            <a:off x="5907634" y="3213970"/>
            <a:ext cx="2805809" cy="2783284"/>
          </a:xfrm>
          <a:prstGeom prst="ellipse">
            <a:avLst/>
          </a:prstGeom>
          <a:noFill/>
          <a:ln cap="flat" cmpd="sng" w="19050">
            <a:solidFill>
              <a:srgbClr val="75D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Quattrocento Sans"/>
              <a:buNone/>
            </a:pPr>
            <a:r>
              <a:t/>
            </a:r>
            <a:endParaRPr b="0" i="0" sz="1800" u="none" cap="none" strike="noStrike">
              <a:solidFill>
                <a:srgbClr val="000000"/>
              </a:solidFill>
              <a:latin typeface="Quattrocento Sans"/>
              <a:ea typeface="Quattrocento Sans"/>
              <a:cs typeface="Quattrocento Sans"/>
              <a:sym typeface="Quattrocento Sans"/>
            </a:endParaRPr>
          </a:p>
        </p:txBody>
      </p:sp>
      <p:sp>
        <p:nvSpPr>
          <p:cNvPr id="74" name="Google Shape;74;p36"/>
          <p:cNvSpPr/>
          <p:nvPr/>
        </p:nvSpPr>
        <p:spPr>
          <a:xfrm>
            <a:off x="5907634" y="3213970"/>
            <a:ext cx="2805809" cy="2783284"/>
          </a:xfrm>
          <a:prstGeom prst="ellipse">
            <a:avLst/>
          </a:prstGeom>
          <a:noFill/>
          <a:ln cap="flat" cmpd="sng" w="19050">
            <a:solidFill>
              <a:srgbClr val="75D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Quattrocento Sans"/>
              <a:buNone/>
            </a:pPr>
            <a:r>
              <a:t/>
            </a:r>
            <a:endParaRPr b="0" i="0" sz="1800" u="none" cap="none" strike="noStrike">
              <a:solidFill>
                <a:srgbClr val="000000"/>
              </a:solidFill>
              <a:latin typeface="Quattrocento Sans"/>
              <a:ea typeface="Quattrocento Sans"/>
              <a:cs typeface="Quattrocento Sans"/>
              <a:sym typeface="Quattrocento Sans"/>
            </a:endParaRPr>
          </a:p>
        </p:txBody>
      </p:sp>
      <p:sp>
        <p:nvSpPr>
          <p:cNvPr id="75" name="Google Shape;75;p36"/>
          <p:cNvSpPr txBox="1"/>
          <p:nvPr>
            <p:ph type="ctrTitle"/>
          </p:nvPr>
        </p:nvSpPr>
        <p:spPr>
          <a:xfrm>
            <a:off x="1219939" y="2240230"/>
            <a:ext cx="9107555" cy="2308324"/>
          </a:xfrm>
          <a:prstGeom prst="rect">
            <a:avLst/>
          </a:prstGeom>
          <a:noFill/>
          <a:ln>
            <a:noFill/>
          </a:ln>
        </p:spPr>
        <p:txBody>
          <a:bodyPr anchorCtr="0" anchor="b" bIns="45700" lIns="91425" spcFirstLastPara="1" rIns="91425" wrap="square" tIns="45700">
            <a:spAutoFit/>
          </a:bodyPr>
          <a:lstStyle>
            <a:lvl1pPr lvl="0" algn="ctr">
              <a:lnSpc>
                <a:spcPct val="90000"/>
              </a:lnSpc>
              <a:spcBef>
                <a:spcPts val="0"/>
              </a:spcBef>
              <a:spcAft>
                <a:spcPts val="0"/>
              </a:spcAft>
              <a:buClr>
                <a:srgbClr val="F7FCFF"/>
              </a:buClr>
              <a:buSzPts val="8000"/>
              <a:buFont typeface="Quattrocento Sans"/>
              <a:buNone/>
              <a:defRPr b="1" i="0" sz="8000">
                <a:solidFill>
                  <a:srgbClr val="F7FCFF"/>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71"/>
                                        </p:tgtEl>
                                        <p:attrNameLst>
                                          <p:attrName>style.visibility</p:attrName>
                                        </p:attrNameLst>
                                      </p:cBhvr>
                                      <p:to>
                                        <p:strVal val="visible"/>
                                      </p:to>
                                    </p:set>
                                    <p:anim calcmode="lin" valueType="num">
                                      <p:cBhvr additive="base">
                                        <p:cTn dur="500"/>
                                        <p:tgtEl>
                                          <p:spTgt spid="71"/>
                                        </p:tgtEl>
                                        <p:attrNameLst>
                                          <p:attrName>ppt_w</p:attrName>
                                        </p:attrNameLst>
                                      </p:cBhvr>
                                      <p:tavLst>
                                        <p:tav fmla="" tm="0">
                                          <p:val>
                                            <p:strVal val="0"/>
                                          </p:val>
                                        </p:tav>
                                        <p:tav fmla="" tm="100000">
                                          <p:val>
                                            <p:strVal val="#ppt_w"/>
                                          </p:val>
                                        </p:tav>
                                      </p:tavLst>
                                    </p:anim>
                                    <p:anim calcmode="lin" valueType="num">
                                      <p:cBhvr additive="base">
                                        <p:cTn dur="500"/>
                                        <p:tgtEl>
                                          <p:spTgt spid="71"/>
                                        </p:tgtEl>
                                        <p:attrNameLst>
                                          <p:attrName>ppt_h</p:attrName>
                                        </p:attrNameLst>
                                      </p:cBhvr>
                                      <p:tavLst>
                                        <p:tav fmla="" tm="0">
                                          <p:val>
                                            <p:strVal val="0"/>
                                          </p:val>
                                        </p:tav>
                                        <p:tav fmla="" tm="100000">
                                          <p:val>
                                            <p:strVal val="#ppt_h"/>
                                          </p:val>
                                        </p:tav>
                                      </p:tavLst>
                                    </p:anim>
                                  </p:childTnLst>
                                </p:cTn>
                              </p:par>
                              <p:par>
                                <p:cTn fill="hold" nodeType="withEffect" presetClass="exit" presetID="10" presetSubtype="0">
                                  <p:stCondLst>
                                    <p:cond delay="250"/>
                                  </p:stCondLst>
                                  <p:childTnLst>
                                    <p:animEffect filter="fade" transition="out">
                                      <p:cBhvr>
                                        <p:cTn dur="500"/>
                                        <p:tgtEl>
                                          <p:spTgt spid="71"/>
                                        </p:tgtEl>
                                      </p:cBhvr>
                                    </p:animEffect>
                                    <p:set>
                                      <p:cBhvr>
                                        <p:cTn dur="1" fill="hold">
                                          <p:stCondLst>
                                            <p:cond delay="500"/>
                                          </p:stCondLst>
                                        </p:cTn>
                                        <p:tgtEl>
                                          <p:spTgt spid="71"/>
                                        </p:tgtEl>
                                        <p:attrNameLst>
                                          <p:attrName>style.visibility</p:attrName>
                                        </p:attrNameLst>
                                      </p:cBhvr>
                                      <p:to>
                                        <p:strVal val="hidden"/>
                                      </p:to>
                                    </p:set>
                                  </p:childTnLst>
                                </p:cTn>
                              </p:par>
                              <p:par>
                                <p:cTn fill="hold" nodeType="withEffect" presetClass="entr" presetID="23" presetSubtype="16">
                                  <p:stCondLst>
                                    <p:cond delay="250"/>
                                  </p:stCondLst>
                                  <p:childTnLst>
                                    <p:set>
                                      <p:cBhvr>
                                        <p:cTn dur="1" fill="hold">
                                          <p:stCondLst>
                                            <p:cond delay="0"/>
                                          </p:stCondLst>
                                        </p:cTn>
                                        <p:tgtEl>
                                          <p:spTgt spid="72"/>
                                        </p:tgtEl>
                                        <p:attrNameLst>
                                          <p:attrName>style.visibility</p:attrName>
                                        </p:attrNameLst>
                                      </p:cBhvr>
                                      <p:to>
                                        <p:strVal val="visible"/>
                                      </p:to>
                                    </p:set>
                                    <p:anim calcmode="lin" valueType="num">
                                      <p:cBhvr additive="base">
                                        <p:cTn dur="500"/>
                                        <p:tgtEl>
                                          <p:spTgt spid="72"/>
                                        </p:tgtEl>
                                        <p:attrNameLst>
                                          <p:attrName>ppt_w</p:attrName>
                                        </p:attrNameLst>
                                      </p:cBhvr>
                                      <p:tavLst>
                                        <p:tav fmla="" tm="0">
                                          <p:val>
                                            <p:strVal val="0"/>
                                          </p:val>
                                        </p:tav>
                                        <p:tav fmla="" tm="100000">
                                          <p:val>
                                            <p:strVal val="#ppt_w"/>
                                          </p:val>
                                        </p:tav>
                                      </p:tavLst>
                                    </p:anim>
                                    <p:anim calcmode="lin" valueType="num">
                                      <p:cBhvr additive="base">
                                        <p:cTn dur="500"/>
                                        <p:tgtEl>
                                          <p:spTgt spid="72"/>
                                        </p:tgtEl>
                                        <p:attrNameLst>
                                          <p:attrName>ppt_h</p:attrName>
                                        </p:attrNameLst>
                                      </p:cBhvr>
                                      <p:tavLst>
                                        <p:tav fmla="" tm="0">
                                          <p:val>
                                            <p:strVal val="0"/>
                                          </p:val>
                                        </p:tav>
                                        <p:tav fmla="" tm="100000">
                                          <p:val>
                                            <p:strVal val="#ppt_h"/>
                                          </p:val>
                                        </p:tav>
                                      </p:tavLst>
                                    </p:anim>
                                  </p:childTnLst>
                                </p:cTn>
                              </p:par>
                              <p:par>
                                <p:cTn fill="hold" nodeType="withEffect" presetClass="exit" presetID="10" presetSubtype="0">
                                  <p:stCondLst>
                                    <p:cond delay="500"/>
                                  </p:stCondLst>
                                  <p:childTnLst>
                                    <p:animEffect filter="fade" transition="out">
                                      <p:cBhvr>
                                        <p:cTn dur="500"/>
                                        <p:tgtEl>
                                          <p:spTgt spid="72"/>
                                        </p:tgtEl>
                                      </p:cBhvr>
                                    </p:animEffect>
                                    <p:set>
                                      <p:cBhvr>
                                        <p:cTn dur="1" fill="hold">
                                          <p:stCondLst>
                                            <p:cond delay="500"/>
                                          </p:stCondLst>
                                        </p:cTn>
                                        <p:tgtEl>
                                          <p:spTgt spid="72"/>
                                        </p:tgtEl>
                                        <p:attrNameLst>
                                          <p:attrName>style.visibility</p:attrName>
                                        </p:attrNameLst>
                                      </p:cBhvr>
                                      <p:to>
                                        <p:strVal val="hidden"/>
                                      </p:to>
                                    </p:set>
                                  </p:childTnLst>
                                </p:cTn>
                              </p:par>
                              <p:par>
                                <p:cTn fill="hold" nodeType="withEffect" presetClass="entr" presetID="23" presetSubtype="16">
                                  <p:stCondLst>
                                    <p:cond delay="0"/>
                                  </p:stCondLst>
                                  <p:childTnLst>
                                    <p:set>
                                      <p:cBhvr>
                                        <p:cTn dur="1" fill="hold">
                                          <p:stCondLst>
                                            <p:cond delay="0"/>
                                          </p:stCondLst>
                                        </p:cTn>
                                        <p:tgtEl>
                                          <p:spTgt spid="73"/>
                                        </p:tgtEl>
                                        <p:attrNameLst>
                                          <p:attrName>style.visibility</p:attrName>
                                        </p:attrNameLst>
                                      </p:cBhvr>
                                      <p:to>
                                        <p:strVal val="visible"/>
                                      </p:to>
                                    </p:set>
                                    <p:anim calcmode="lin" valueType="num">
                                      <p:cBhvr additive="base">
                                        <p:cTn dur="500"/>
                                        <p:tgtEl>
                                          <p:spTgt spid="73"/>
                                        </p:tgtEl>
                                        <p:attrNameLst>
                                          <p:attrName>ppt_w</p:attrName>
                                        </p:attrNameLst>
                                      </p:cBhvr>
                                      <p:tavLst>
                                        <p:tav fmla="" tm="0">
                                          <p:val>
                                            <p:strVal val="0"/>
                                          </p:val>
                                        </p:tav>
                                        <p:tav fmla="" tm="100000">
                                          <p:val>
                                            <p:strVal val="#ppt_w"/>
                                          </p:val>
                                        </p:tav>
                                      </p:tavLst>
                                    </p:anim>
                                    <p:anim calcmode="lin" valueType="num">
                                      <p:cBhvr additive="base">
                                        <p:cTn dur="500"/>
                                        <p:tgtEl>
                                          <p:spTgt spid="73"/>
                                        </p:tgtEl>
                                        <p:attrNameLst>
                                          <p:attrName>ppt_h</p:attrName>
                                        </p:attrNameLst>
                                      </p:cBhvr>
                                      <p:tavLst>
                                        <p:tav fmla="" tm="0">
                                          <p:val>
                                            <p:strVal val="0"/>
                                          </p:val>
                                        </p:tav>
                                        <p:tav fmla="" tm="100000">
                                          <p:val>
                                            <p:strVal val="#ppt_h"/>
                                          </p:val>
                                        </p:tav>
                                      </p:tavLst>
                                    </p:anim>
                                  </p:childTnLst>
                                </p:cTn>
                              </p:par>
                              <p:par>
                                <p:cTn fill="hold" nodeType="withEffect" presetClass="exit" presetID="10" presetSubtype="0">
                                  <p:stCondLst>
                                    <p:cond delay="250"/>
                                  </p:stCondLst>
                                  <p:childTnLst>
                                    <p:animEffect filter="fade" transition="out">
                                      <p:cBhvr>
                                        <p:cTn dur="500"/>
                                        <p:tgtEl>
                                          <p:spTgt spid="73"/>
                                        </p:tgtEl>
                                      </p:cBhvr>
                                    </p:animEffect>
                                    <p:set>
                                      <p:cBhvr>
                                        <p:cTn dur="1" fill="hold">
                                          <p:stCondLst>
                                            <p:cond delay="500"/>
                                          </p:stCondLst>
                                        </p:cTn>
                                        <p:tgtEl>
                                          <p:spTgt spid="73"/>
                                        </p:tgtEl>
                                        <p:attrNameLst>
                                          <p:attrName>style.visibility</p:attrName>
                                        </p:attrNameLst>
                                      </p:cBhvr>
                                      <p:to>
                                        <p:strVal val="hidden"/>
                                      </p:to>
                                    </p:set>
                                  </p:childTnLst>
                                </p:cTn>
                              </p:par>
                              <p:par>
                                <p:cTn fill="hold" nodeType="withEffect" presetClass="entr" presetID="23" presetSubtype="16">
                                  <p:stCondLst>
                                    <p:cond delay="250"/>
                                  </p:stCondLst>
                                  <p:childTnLst>
                                    <p:set>
                                      <p:cBhvr>
                                        <p:cTn dur="1" fill="hold">
                                          <p:stCondLst>
                                            <p:cond delay="0"/>
                                          </p:stCondLst>
                                        </p:cTn>
                                        <p:tgtEl>
                                          <p:spTgt spid="74"/>
                                        </p:tgtEl>
                                        <p:attrNameLst>
                                          <p:attrName>style.visibility</p:attrName>
                                        </p:attrNameLst>
                                      </p:cBhvr>
                                      <p:to>
                                        <p:strVal val="visible"/>
                                      </p:to>
                                    </p:set>
                                    <p:anim calcmode="lin" valueType="num">
                                      <p:cBhvr additive="base">
                                        <p:cTn dur="500"/>
                                        <p:tgtEl>
                                          <p:spTgt spid="74"/>
                                        </p:tgtEl>
                                        <p:attrNameLst>
                                          <p:attrName>ppt_w</p:attrName>
                                        </p:attrNameLst>
                                      </p:cBhvr>
                                      <p:tavLst>
                                        <p:tav fmla="" tm="0">
                                          <p:val>
                                            <p:strVal val="0"/>
                                          </p:val>
                                        </p:tav>
                                        <p:tav fmla="" tm="100000">
                                          <p:val>
                                            <p:strVal val="#ppt_w"/>
                                          </p:val>
                                        </p:tav>
                                      </p:tavLst>
                                    </p:anim>
                                    <p:anim calcmode="lin" valueType="num">
                                      <p:cBhvr additive="base">
                                        <p:cTn dur="500"/>
                                        <p:tgtEl>
                                          <p:spTgt spid="74"/>
                                        </p:tgtEl>
                                        <p:attrNameLst>
                                          <p:attrName>ppt_h</p:attrName>
                                        </p:attrNameLst>
                                      </p:cBhvr>
                                      <p:tavLst>
                                        <p:tav fmla="" tm="0">
                                          <p:val>
                                            <p:strVal val="0"/>
                                          </p:val>
                                        </p:tav>
                                        <p:tav fmla="" tm="100000">
                                          <p:val>
                                            <p:strVal val="#ppt_h"/>
                                          </p:val>
                                        </p:tav>
                                      </p:tavLst>
                                    </p:anim>
                                  </p:childTnLst>
                                </p:cTn>
                              </p:par>
                              <p:par>
                                <p:cTn fill="hold" nodeType="withEffect" presetClass="exit" presetID="10" presetSubtype="0">
                                  <p:stCondLst>
                                    <p:cond delay="500"/>
                                  </p:stCondLst>
                                  <p:childTnLst>
                                    <p:animEffect filter="fade" transition="out">
                                      <p:cBhvr>
                                        <p:cTn dur="500"/>
                                        <p:tgtEl>
                                          <p:spTgt spid="74"/>
                                        </p:tgtEl>
                                      </p:cBhvr>
                                    </p:animEffect>
                                    <p:set>
                                      <p:cBhvr>
                                        <p:cTn dur="1" fill="hold">
                                          <p:stCondLst>
                                            <p:cond delay="500"/>
                                          </p:stCondLst>
                                        </p:cTn>
                                        <p:tgtEl>
                                          <p:spTgt spid="7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NUT BASE SECTION DIVIDER" showMasterSp="0">
  <p:cSld name="DONUT BASE SECTION DIVIDER">
    <p:bg>
      <p:bgPr>
        <a:solidFill>
          <a:schemeClr val="dk2"/>
        </a:solidFill>
      </p:bgPr>
    </p:bg>
    <p:spTree>
      <p:nvGrpSpPr>
        <p:cNvPr id="76" name="Shape 76"/>
        <p:cNvGrpSpPr/>
        <p:nvPr/>
      </p:nvGrpSpPr>
      <p:grpSpPr>
        <a:xfrm>
          <a:off x="0" y="0"/>
          <a:ext cx="0" cy="0"/>
          <a:chOff x="0" y="0"/>
          <a:chExt cx="0" cy="0"/>
        </a:xfrm>
      </p:grpSpPr>
      <p:sp>
        <p:nvSpPr>
          <p:cNvPr id="77" name="Google Shape;77;p37"/>
          <p:cNvSpPr/>
          <p:nvPr/>
        </p:nvSpPr>
        <p:spPr>
          <a:xfrm>
            <a:off x="2861702" y="157952"/>
            <a:ext cx="6483179" cy="6483179"/>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78" name="Google Shape;78;p37"/>
          <p:cNvSpPr txBox="1"/>
          <p:nvPr>
            <p:ph type="ctrTitle"/>
          </p:nvPr>
        </p:nvSpPr>
        <p:spPr>
          <a:xfrm>
            <a:off x="3448777" y="2935629"/>
            <a:ext cx="5208335" cy="927824"/>
          </a:xfrm>
          <a:prstGeom prst="rect">
            <a:avLst/>
          </a:prstGeom>
          <a:noFill/>
          <a:ln>
            <a:noFill/>
          </a:ln>
        </p:spPr>
        <p:txBody>
          <a:bodyPr anchorCtr="0" anchor="ctr" bIns="45700" lIns="91425" spcFirstLastPara="1" rIns="91425" wrap="square" tIns="45700">
            <a:spAutoFit/>
          </a:bodyPr>
          <a:lstStyle>
            <a:lvl1pPr lvl="0" algn="ctr">
              <a:lnSpc>
                <a:spcPct val="95000"/>
              </a:lnSpc>
              <a:spcBef>
                <a:spcPts val="0"/>
              </a:spcBef>
              <a:spcAft>
                <a:spcPts val="0"/>
              </a:spcAft>
              <a:buClr>
                <a:schemeClr val="lt1"/>
              </a:buClr>
              <a:buSzPts val="4000"/>
              <a:buFont typeface="Quattrocento Sans"/>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37"/>
          <p:cNvSpPr/>
          <p:nvPr/>
        </p:nvSpPr>
        <p:spPr>
          <a:xfrm>
            <a:off x="3448777" y="745024"/>
            <a:ext cx="5309024" cy="5309025"/>
          </a:xfrm>
          <a:prstGeom prst="ellipse">
            <a:avLst/>
          </a:prstGeom>
          <a:noFill/>
          <a:ln cap="rnd" cmpd="sng" w="184150">
            <a:solidFill>
              <a:schemeClr val="accent4"/>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Quattrocento Sans"/>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Quote dark option FLUSH LEFT">
  <p:cSld name="3_Quote dark option FLUSH LEFT">
    <p:bg>
      <p:bgPr>
        <a:solidFill>
          <a:srgbClr val="0C0C0C"/>
        </a:solidFill>
      </p:bgPr>
    </p:bg>
    <p:spTree>
      <p:nvGrpSpPr>
        <p:cNvPr id="80" name="Shape 80"/>
        <p:cNvGrpSpPr/>
        <p:nvPr/>
      </p:nvGrpSpPr>
      <p:grpSpPr>
        <a:xfrm>
          <a:off x="0" y="0"/>
          <a:ext cx="0" cy="0"/>
          <a:chOff x="0" y="0"/>
          <a:chExt cx="0" cy="0"/>
        </a:xfrm>
      </p:grpSpPr>
      <p:sp>
        <p:nvSpPr>
          <p:cNvPr id="81" name="Google Shape;81;p38"/>
          <p:cNvSpPr txBox="1"/>
          <p:nvPr>
            <p:ph idx="1" type="body"/>
          </p:nvPr>
        </p:nvSpPr>
        <p:spPr>
          <a:xfrm>
            <a:off x="304800" y="2884235"/>
            <a:ext cx="11658600" cy="1089529"/>
          </a:xfrm>
          <a:prstGeom prst="rect">
            <a:avLst/>
          </a:prstGeom>
          <a:noFill/>
          <a:ln>
            <a:noFill/>
          </a:ln>
        </p:spPr>
        <p:txBody>
          <a:bodyPr anchorCtr="0" anchor="ctr" bIns="45700" lIns="91425" spcFirstLastPara="1" rIns="91425" wrap="square" tIns="45700">
            <a:spAutoFit/>
          </a:bodyPr>
          <a:lstStyle>
            <a:lvl1pPr indent="-228600" lvl="0" marL="457200" algn="l">
              <a:lnSpc>
                <a:spcPct val="90000"/>
              </a:lnSpc>
              <a:spcBef>
                <a:spcPts val="0"/>
              </a:spcBef>
              <a:spcAft>
                <a:spcPts val="0"/>
              </a:spcAft>
              <a:buClr>
                <a:srgbClr val="F7FCFF"/>
              </a:buClr>
              <a:buSzPts val="3600"/>
              <a:buNone/>
              <a:defRPr b="0" sz="3600">
                <a:solidFill>
                  <a:srgbClr val="F7FCFF"/>
                </a:solidFill>
              </a:defRPr>
            </a:lvl1pPr>
            <a:lvl2pPr indent="-228600" lvl="1" marL="914400" algn="l">
              <a:lnSpc>
                <a:spcPct val="90000"/>
              </a:lnSpc>
              <a:spcBef>
                <a:spcPts val="0"/>
              </a:spcBef>
              <a:spcAft>
                <a:spcPts val="0"/>
              </a:spcAft>
              <a:buClr>
                <a:srgbClr val="F7FCFF"/>
              </a:buClr>
              <a:buSzPts val="3600"/>
              <a:buNone/>
              <a:defRPr b="1" sz="3600">
                <a:solidFill>
                  <a:srgbClr val="F7FCFF"/>
                </a:solidFill>
                <a:latin typeface="Quattrocento Sans"/>
                <a:ea typeface="Quattrocento Sans"/>
                <a:cs typeface="Quattrocento Sans"/>
                <a:sym typeface="Quattrocento Sans"/>
              </a:defRPr>
            </a:lvl2pPr>
            <a:lvl3pPr indent="-228600" lvl="2" marL="1371600" algn="l">
              <a:lnSpc>
                <a:spcPct val="90000"/>
              </a:lnSpc>
              <a:spcBef>
                <a:spcPts val="1200"/>
              </a:spcBef>
              <a:spcAft>
                <a:spcPts val="0"/>
              </a:spcAft>
              <a:buClr>
                <a:schemeClr val="dk2"/>
              </a:buClr>
              <a:buSzPts val="1800"/>
              <a:buNone/>
              <a:defRPr/>
            </a:lvl3pPr>
            <a:lvl4pPr indent="-228600" lvl="3" marL="1828800" algn="l">
              <a:lnSpc>
                <a:spcPct val="90000"/>
              </a:lnSpc>
              <a:spcBef>
                <a:spcPts val="1200"/>
              </a:spcBef>
              <a:spcAft>
                <a:spcPts val="0"/>
              </a:spcAft>
              <a:buClr>
                <a:srgbClr val="262626"/>
              </a:buClr>
              <a:buSzPts val="1800"/>
              <a:buNone/>
              <a:defRPr/>
            </a:lvl4pPr>
            <a:lvl5pPr indent="-228600" lvl="4" marL="2286000" algn="l">
              <a:lnSpc>
                <a:spcPct val="90000"/>
              </a:lnSpc>
              <a:spcBef>
                <a:spcPts val="600"/>
              </a:spcBef>
              <a:spcAft>
                <a:spcPts val="0"/>
              </a:spcAft>
              <a:buClr>
                <a:srgbClr val="262626"/>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38"/>
          <p:cNvSpPr/>
          <p:nvPr/>
        </p:nvSpPr>
        <p:spPr>
          <a:xfrm>
            <a:off x="129521" y="0"/>
            <a:ext cx="2749481" cy="1364786"/>
          </a:xfrm>
          <a:custGeom>
            <a:rect b="b" l="l" r="r" t="t"/>
            <a:pathLst>
              <a:path extrusionOk="0" h="2353474" w="4741280">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83" name="Google Shape;83;p38"/>
          <p:cNvSpPr txBox="1"/>
          <p:nvPr>
            <p:ph idx="2" type="body"/>
          </p:nvPr>
        </p:nvSpPr>
        <p:spPr>
          <a:xfrm>
            <a:off x="3865562" y="5276808"/>
            <a:ext cx="8097838" cy="369332"/>
          </a:xfrm>
          <a:prstGeom prst="rect">
            <a:avLst/>
          </a:prstGeom>
          <a:noFill/>
          <a:ln>
            <a:noFill/>
          </a:ln>
        </p:spPr>
        <p:txBody>
          <a:bodyPr anchorCtr="0" anchor="t" bIns="45700" lIns="91425" spcFirstLastPara="1" rIns="91425" wrap="square" tIns="45700">
            <a:spAutoFit/>
          </a:bodyPr>
          <a:lstStyle>
            <a:lvl1pPr indent="-228600" lvl="0" marL="457200" algn="r">
              <a:lnSpc>
                <a:spcPct val="90000"/>
              </a:lnSpc>
              <a:spcBef>
                <a:spcPts val="0"/>
              </a:spcBef>
              <a:spcAft>
                <a:spcPts val="0"/>
              </a:spcAft>
              <a:buClr>
                <a:schemeClr val="lt1"/>
              </a:buClr>
              <a:buSzPts val="2000"/>
              <a:buNone/>
              <a:defRPr sz="2000">
                <a:solidFill>
                  <a:schemeClr val="lt1"/>
                </a:solidFill>
              </a:defRPr>
            </a:lvl1pPr>
            <a:lvl2pPr indent="-228600" lvl="1" marL="914400" algn="r">
              <a:lnSpc>
                <a:spcPct val="90000"/>
              </a:lnSpc>
              <a:spcBef>
                <a:spcPts val="500"/>
              </a:spcBef>
              <a:spcAft>
                <a:spcPts val="0"/>
              </a:spcAft>
              <a:buClr>
                <a:schemeClr val="lt1"/>
              </a:buClr>
              <a:buSzPts val="2000"/>
              <a:buNone/>
              <a:defRPr>
                <a:solidFill>
                  <a:schemeClr val="lt1"/>
                </a:solidFill>
              </a:defRPr>
            </a:lvl2pPr>
            <a:lvl3pPr indent="-228600" lvl="2" marL="1371600" algn="l">
              <a:lnSpc>
                <a:spcPct val="90000"/>
              </a:lnSpc>
              <a:spcBef>
                <a:spcPts val="1200"/>
              </a:spcBef>
              <a:spcAft>
                <a:spcPts val="0"/>
              </a:spcAft>
              <a:buClr>
                <a:schemeClr val="dk2"/>
              </a:buClr>
              <a:buSzPts val="1800"/>
              <a:buNone/>
              <a:defRPr/>
            </a:lvl3pPr>
            <a:lvl4pPr indent="-228600" lvl="3" marL="1828800" algn="l">
              <a:lnSpc>
                <a:spcPct val="90000"/>
              </a:lnSpc>
              <a:spcBef>
                <a:spcPts val="1200"/>
              </a:spcBef>
              <a:spcAft>
                <a:spcPts val="0"/>
              </a:spcAft>
              <a:buClr>
                <a:srgbClr val="262626"/>
              </a:buClr>
              <a:buSzPts val="1800"/>
              <a:buNone/>
              <a:defRPr/>
            </a:lvl4pPr>
            <a:lvl5pPr indent="-228600" lvl="4" marL="2286000" algn="l">
              <a:lnSpc>
                <a:spcPct val="90000"/>
              </a:lnSpc>
              <a:spcBef>
                <a:spcPts val="600"/>
              </a:spcBef>
              <a:spcAft>
                <a:spcPts val="0"/>
              </a:spcAft>
              <a:buClr>
                <a:srgbClr val="262626"/>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Quote dark option CENTERED">
  <p:cSld name="1_Quote dark option CENTERED">
    <p:bg>
      <p:bgPr>
        <a:solidFill>
          <a:srgbClr val="0C0C0C"/>
        </a:solidFill>
      </p:bgPr>
    </p:bg>
    <p:spTree>
      <p:nvGrpSpPr>
        <p:cNvPr id="84" name="Shape 84"/>
        <p:cNvGrpSpPr/>
        <p:nvPr/>
      </p:nvGrpSpPr>
      <p:grpSpPr>
        <a:xfrm>
          <a:off x="0" y="0"/>
          <a:ext cx="0" cy="0"/>
          <a:chOff x="0" y="0"/>
          <a:chExt cx="0" cy="0"/>
        </a:xfrm>
      </p:grpSpPr>
      <p:sp>
        <p:nvSpPr>
          <p:cNvPr id="85" name="Google Shape;85;p39"/>
          <p:cNvSpPr txBox="1"/>
          <p:nvPr>
            <p:ph idx="1" type="body"/>
          </p:nvPr>
        </p:nvSpPr>
        <p:spPr>
          <a:xfrm>
            <a:off x="304800" y="2884235"/>
            <a:ext cx="11658600" cy="1089529"/>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0"/>
              </a:spcBef>
              <a:spcAft>
                <a:spcPts val="0"/>
              </a:spcAft>
              <a:buClr>
                <a:srgbClr val="F7FCFF"/>
              </a:buClr>
              <a:buSzPts val="3600"/>
              <a:buNone/>
              <a:defRPr b="0" sz="3600">
                <a:solidFill>
                  <a:srgbClr val="F7FCFF"/>
                </a:solidFill>
              </a:defRPr>
            </a:lvl1pPr>
            <a:lvl2pPr indent="-228600" lvl="1" marL="914400" algn="ctr">
              <a:lnSpc>
                <a:spcPct val="90000"/>
              </a:lnSpc>
              <a:spcBef>
                <a:spcPts val="0"/>
              </a:spcBef>
              <a:spcAft>
                <a:spcPts val="0"/>
              </a:spcAft>
              <a:buClr>
                <a:srgbClr val="F7FCFF"/>
              </a:buClr>
              <a:buSzPts val="3600"/>
              <a:buNone/>
              <a:defRPr b="1" sz="3600">
                <a:solidFill>
                  <a:srgbClr val="F7FCFF"/>
                </a:solidFill>
                <a:latin typeface="Quattrocento Sans"/>
                <a:ea typeface="Quattrocento Sans"/>
                <a:cs typeface="Quattrocento Sans"/>
                <a:sym typeface="Quattrocento Sans"/>
              </a:defRPr>
            </a:lvl2pPr>
            <a:lvl3pPr indent="-228600" lvl="2" marL="1371600" algn="l">
              <a:lnSpc>
                <a:spcPct val="90000"/>
              </a:lnSpc>
              <a:spcBef>
                <a:spcPts val="1200"/>
              </a:spcBef>
              <a:spcAft>
                <a:spcPts val="0"/>
              </a:spcAft>
              <a:buClr>
                <a:schemeClr val="dk2"/>
              </a:buClr>
              <a:buSzPts val="1800"/>
              <a:buNone/>
              <a:defRPr/>
            </a:lvl3pPr>
            <a:lvl4pPr indent="-228600" lvl="3" marL="1828800" algn="l">
              <a:lnSpc>
                <a:spcPct val="90000"/>
              </a:lnSpc>
              <a:spcBef>
                <a:spcPts val="1200"/>
              </a:spcBef>
              <a:spcAft>
                <a:spcPts val="0"/>
              </a:spcAft>
              <a:buClr>
                <a:srgbClr val="262626"/>
              </a:buClr>
              <a:buSzPts val="1800"/>
              <a:buNone/>
              <a:defRPr/>
            </a:lvl4pPr>
            <a:lvl5pPr indent="-228600" lvl="4" marL="2286000" algn="l">
              <a:lnSpc>
                <a:spcPct val="90000"/>
              </a:lnSpc>
              <a:spcBef>
                <a:spcPts val="600"/>
              </a:spcBef>
              <a:spcAft>
                <a:spcPts val="0"/>
              </a:spcAft>
              <a:buClr>
                <a:srgbClr val="262626"/>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39"/>
          <p:cNvSpPr/>
          <p:nvPr/>
        </p:nvSpPr>
        <p:spPr>
          <a:xfrm>
            <a:off x="129521" y="0"/>
            <a:ext cx="2749481" cy="1364786"/>
          </a:xfrm>
          <a:custGeom>
            <a:rect b="b" l="l" r="r" t="t"/>
            <a:pathLst>
              <a:path extrusionOk="0" h="2353474" w="4741280">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87" name="Google Shape;87;p39"/>
          <p:cNvSpPr txBox="1"/>
          <p:nvPr>
            <p:ph idx="2" type="body"/>
          </p:nvPr>
        </p:nvSpPr>
        <p:spPr>
          <a:xfrm>
            <a:off x="3865562" y="5276808"/>
            <a:ext cx="8097838" cy="369332"/>
          </a:xfrm>
          <a:prstGeom prst="rect">
            <a:avLst/>
          </a:prstGeom>
          <a:noFill/>
          <a:ln>
            <a:noFill/>
          </a:ln>
        </p:spPr>
        <p:txBody>
          <a:bodyPr anchorCtr="0" anchor="t" bIns="45700" lIns="91425" spcFirstLastPara="1" rIns="91425" wrap="square" tIns="45700">
            <a:spAutoFit/>
          </a:bodyPr>
          <a:lstStyle>
            <a:lvl1pPr indent="-228600" lvl="0" marL="457200" algn="r">
              <a:lnSpc>
                <a:spcPct val="90000"/>
              </a:lnSpc>
              <a:spcBef>
                <a:spcPts val="0"/>
              </a:spcBef>
              <a:spcAft>
                <a:spcPts val="0"/>
              </a:spcAft>
              <a:buClr>
                <a:schemeClr val="lt1"/>
              </a:buClr>
              <a:buSzPts val="2000"/>
              <a:buNone/>
              <a:defRPr sz="2000">
                <a:solidFill>
                  <a:schemeClr val="lt1"/>
                </a:solidFill>
              </a:defRPr>
            </a:lvl1pPr>
            <a:lvl2pPr indent="-228600" lvl="1" marL="914400" algn="r">
              <a:lnSpc>
                <a:spcPct val="90000"/>
              </a:lnSpc>
              <a:spcBef>
                <a:spcPts val="500"/>
              </a:spcBef>
              <a:spcAft>
                <a:spcPts val="0"/>
              </a:spcAft>
              <a:buClr>
                <a:schemeClr val="lt1"/>
              </a:buClr>
              <a:buSzPts val="2000"/>
              <a:buNone/>
              <a:defRPr>
                <a:solidFill>
                  <a:schemeClr val="lt1"/>
                </a:solidFill>
              </a:defRPr>
            </a:lvl2pPr>
            <a:lvl3pPr indent="-228600" lvl="2" marL="1371600" algn="l">
              <a:lnSpc>
                <a:spcPct val="90000"/>
              </a:lnSpc>
              <a:spcBef>
                <a:spcPts val="1200"/>
              </a:spcBef>
              <a:spcAft>
                <a:spcPts val="0"/>
              </a:spcAft>
              <a:buClr>
                <a:schemeClr val="dk2"/>
              </a:buClr>
              <a:buSzPts val="1800"/>
              <a:buNone/>
              <a:defRPr/>
            </a:lvl3pPr>
            <a:lvl4pPr indent="-228600" lvl="3" marL="1828800" algn="l">
              <a:lnSpc>
                <a:spcPct val="90000"/>
              </a:lnSpc>
              <a:spcBef>
                <a:spcPts val="1200"/>
              </a:spcBef>
              <a:spcAft>
                <a:spcPts val="0"/>
              </a:spcAft>
              <a:buClr>
                <a:srgbClr val="262626"/>
              </a:buClr>
              <a:buSzPts val="1800"/>
              <a:buNone/>
              <a:defRPr/>
            </a:lvl4pPr>
            <a:lvl5pPr indent="-228600" lvl="4" marL="2286000" algn="l">
              <a:lnSpc>
                <a:spcPct val="90000"/>
              </a:lnSpc>
              <a:spcBef>
                <a:spcPts val="600"/>
              </a:spcBef>
              <a:spcAft>
                <a:spcPts val="0"/>
              </a:spcAft>
              <a:buClr>
                <a:srgbClr val="262626"/>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Quote light option CENTERED">
  <p:cSld name="1_Quote light option CENTERED">
    <p:spTree>
      <p:nvGrpSpPr>
        <p:cNvPr id="88" name="Shape 88"/>
        <p:cNvGrpSpPr/>
        <p:nvPr/>
      </p:nvGrpSpPr>
      <p:grpSpPr>
        <a:xfrm>
          <a:off x="0" y="0"/>
          <a:ext cx="0" cy="0"/>
          <a:chOff x="0" y="0"/>
          <a:chExt cx="0" cy="0"/>
        </a:xfrm>
      </p:grpSpPr>
      <p:sp>
        <p:nvSpPr>
          <p:cNvPr id="89" name="Google Shape;89;p40"/>
          <p:cNvSpPr txBox="1"/>
          <p:nvPr/>
        </p:nvSpPr>
        <p:spPr>
          <a:xfrm>
            <a:off x="5648960" y="419100"/>
            <a:ext cx="894080" cy="1862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0">
                <a:solidFill>
                  <a:schemeClr val="accent4"/>
                </a:solidFill>
                <a:latin typeface="Arial Black"/>
                <a:ea typeface="Arial Black"/>
                <a:cs typeface="Arial Black"/>
                <a:sym typeface="Arial Black"/>
              </a:rPr>
              <a:t>“</a:t>
            </a:r>
            <a:endParaRPr sz="2800">
              <a:solidFill>
                <a:schemeClr val="accent4"/>
              </a:solidFill>
              <a:latin typeface="Quattrocento Sans"/>
              <a:ea typeface="Quattrocento Sans"/>
              <a:cs typeface="Quattrocento Sans"/>
              <a:sym typeface="Quattrocento Sans"/>
            </a:endParaRPr>
          </a:p>
        </p:txBody>
      </p:sp>
      <p:sp>
        <p:nvSpPr>
          <p:cNvPr id="90" name="Google Shape;90;p40"/>
          <p:cNvSpPr txBox="1"/>
          <p:nvPr>
            <p:ph idx="1" type="body"/>
          </p:nvPr>
        </p:nvSpPr>
        <p:spPr>
          <a:xfrm>
            <a:off x="3408362" y="5335071"/>
            <a:ext cx="8097838" cy="369332"/>
          </a:xfrm>
          <a:prstGeom prst="rect">
            <a:avLst/>
          </a:prstGeom>
          <a:noFill/>
          <a:ln>
            <a:noFill/>
          </a:ln>
        </p:spPr>
        <p:txBody>
          <a:bodyPr anchorCtr="0" anchor="t" bIns="45700" lIns="91425" spcFirstLastPara="1" rIns="91425" wrap="square" tIns="45700">
            <a:spAutoFit/>
          </a:bodyPr>
          <a:lstStyle>
            <a:lvl1pPr indent="-228600" lvl="0" marL="457200" algn="r">
              <a:lnSpc>
                <a:spcPct val="90000"/>
              </a:lnSpc>
              <a:spcBef>
                <a:spcPts val="0"/>
              </a:spcBef>
              <a:spcAft>
                <a:spcPts val="0"/>
              </a:spcAft>
              <a:buClr>
                <a:schemeClr val="dk2"/>
              </a:buClr>
              <a:buSzPts val="2000"/>
              <a:buNone/>
              <a:defRPr sz="2000">
                <a:solidFill>
                  <a:schemeClr val="dk2"/>
                </a:solidFill>
              </a:defRPr>
            </a:lvl1pPr>
            <a:lvl2pPr indent="-228600" lvl="1" marL="914400" algn="r">
              <a:lnSpc>
                <a:spcPct val="90000"/>
              </a:lnSpc>
              <a:spcBef>
                <a:spcPts val="500"/>
              </a:spcBef>
              <a:spcAft>
                <a:spcPts val="0"/>
              </a:spcAft>
              <a:buClr>
                <a:schemeClr val="lt1"/>
              </a:buClr>
              <a:buSzPts val="2000"/>
              <a:buNone/>
              <a:defRPr>
                <a:solidFill>
                  <a:schemeClr val="lt1"/>
                </a:solidFill>
              </a:defRPr>
            </a:lvl2pPr>
            <a:lvl3pPr indent="-228600" lvl="2" marL="1371600" algn="l">
              <a:lnSpc>
                <a:spcPct val="90000"/>
              </a:lnSpc>
              <a:spcBef>
                <a:spcPts val="1200"/>
              </a:spcBef>
              <a:spcAft>
                <a:spcPts val="0"/>
              </a:spcAft>
              <a:buClr>
                <a:schemeClr val="dk2"/>
              </a:buClr>
              <a:buSzPts val="1800"/>
              <a:buNone/>
              <a:defRPr/>
            </a:lvl3pPr>
            <a:lvl4pPr indent="-228600" lvl="3" marL="1828800" algn="l">
              <a:lnSpc>
                <a:spcPct val="90000"/>
              </a:lnSpc>
              <a:spcBef>
                <a:spcPts val="1200"/>
              </a:spcBef>
              <a:spcAft>
                <a:spcPts val="0"/>
              </a:spcAft>
              <a:buClr>
                <a:srgbClr val="262626"/>
              </a:buClr>
              <a:buSzPts val="1800"/>
              <a:buNone/>
              <a:defRPr/>
            </a:lvl4pPr>
            <a:lvl5pPr indent="-228600" lvl="4" marL="2286000" algn="l">
              <a:lnSpc>
                <a:spcPct val="90000"/>
              </a:lnSpc>
              <a:spcBef>
                <a:spcPts val="600"/>
              </a:spcBef>
              <a:spcAft>
                <a:spcPts val="0"/>
              </a:spcAft>
              <a:buClr>
                <a:srgbClr val="262626"/>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40"/>
          <p:cNvSpPr txBox="1"/>
          <p:nvPr>
            <p:ph idx="2" type="body"/>
          </p:nvPr>
        </p:nvSpPr>
        <p:spPr>
          <a:xfrm>
            <a:off x="304800" y="2884235"/>
            <a:ext cx="11658600" cy="1089529"/>
          </a:xfrm>
          <a:prstGeom prst="rect">
            <a:avLst/>
          </a:prstGeom>
          <a:noFill/>
          <a:ln>
            <a:noFill/>
          </a:ln>
        </p:spPr>
        <p:txBody>
          <a:bodyPr anchorCtr="0" anchor="ctr" bIns="45700" lIns="91425" spcFirstLastPara="1" rIns="91425" wrap="square" tIns="45700">
            <a:spAutoFit/>
          </a:bodyPr>
          <a:lstStyle>
            <a:lvl1pPr indent="-228600" lvl="0" marL="457200" algn="ctr">
              <a:lnSpc>
                <a:spcPct val="90000"/>
              </a:lnSpc>
              <a:spcBef>
                <a:spcPts val="0"/>
              </a:spcBef>
              <a:spcAft>
                <a:spcPts val="0"/>
              </a:spcAft>
              <a:buClr>
                <a:srgbClr val="3F3F3F"/>
              </a:buClr>
              <a:buSzPts val="3600"/>
              <a:buNone/>
              <a:defRPr b="0" sz="3600">
                <a:solidFill>
                  <a:srgbClr val="3F3F3F"/>
                </a:solidFill>
              </a:defRPr>
            </a:lvl1pPr>
            <a:lvl2pPr indent="-228600" lvl="1" marL="914400" algn="ctr">
              <a:lnSpc>
                <a:spcPct val="90000"/>
              </a:lnSpc>
              <a:spcBef>
                <a:spcPts val="0"/>
              </a:spcBef>
              <a:spcAft>
                <a:spcPts val="0"/>
              </a:spcAft>
              <a:buClr>
                <a:srgbClr val="3F3F3F"/>
              </a:buClr>
              <a:buSzPts val="3600"/>
              <a:buNone/>
              <a:defRPr b="1" sz="3600">
                <a:solidFill>
                  <a:srgbClr val="3F3F3F"/>
                </a:solidFill>
                <a:latin typeface="Quattrocento Sans"/>
                <a:ea typeface="Quattrocento Sans"/>
                <a:cs typeface="Quattrocento Sans"/>
                <a:sym typeface="Quattrocento Sans"/>
              </a:defRPr>
            </a:lvl2pPr>
            <a:lvl3pPr indent="-228600" lvl="2" marL="1371600" algn="l">
              <a:lnSpc>
                <a:spcPct val="90000"/>
              </a:lnSpc>
              <a:spcBef>
                <a:spcPts val="1200"/>
              </a:spcBef>
              <a:spcAft>
                <a:spcPts val="0"/>
              </a:spcAft>
              <a:buClr>
                <a:schemeClr val="dk2"/>
              </a:buClr>
              <a:buSzPts val="1800"/>
              <a:buNone/>
              <a:defRPr/>
            </a:lvl3pPr>
            <a:lvl4pPr indent="-228600" lvl="3" marL="1828800" algn="l">
              <a:lnSpc>
                <a:spcPct val="90000"/>
              </a:lnSpc>
              <a:spcBef>
                <a:spcPts val="1200"/>
              </a:spcBef>
              <a:spcAft>
                <a:spcPts val="0"/>
              </a:spcAft>
              <a:buClr>
                <a:srgbClr val="262626"/>
              </a:buClr>
              <a:buSzPts val="1800"/>
              <a:buNone/>
              <a:defRPr/>
            </a:lvl4pPr>
            <a:lvl5pPr indent="-228600" lvl="4" marL="2286000" algn="l">
              <a:lnSpc>
                <a:spcPct val="90000"/>
              </a:lnSpc>
              <a:spcBef>
                <a:spcPts val="600"/>
              </a:spcBef>
              <a:spcAft>
                <a:spcPts val="0"/>
              </a:spcAft>
              <a:buClr>
                <a:srgbClr val="262626"/>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40"/>
          <p:cNvSpPr txBox="1"/>
          <p:nvPr>
            <p:ph idx="12" type="sldNum"/>
          </p:nvPr>
        </p:nvSpPr>
        <p:spPr>
          <a:xfrm>
            <a:off x="11668594" y="6484937"/>
            <a:ext cx="52340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Quattrocento Sans"/>
                <a:ea typeface="Quattrocento Sans"/>
                <a:cs typeface="Quattrocento Sans"/>
                <a:sym typeface="Quattrocento Sans"/>
              </a:defRPr>
            </a:lvl1pPr>
            <a:lvl2pPr indent="0" lvl="1" marL="0" algn="r">
              <a:spcBef>
                <a:spcPts val="0"/>
              </a:spcBef>
              <a:buNone/>
              <a:defRPr sz="1200">
                <a:solidFill>
                  <a:schemeClr val="dk2"/>
                </a:solidFill>
                <a:latin typeface="Quattrocento Sans"/>
                <a:ea typeface="Quattrocento Sans"/>
                <a:cs typeface="Quattrocento Sans"/>
                <a:sym typeface="Quattrocento Sans"/>
              </a:defRPr>
            </a:lvl2pPr>
            <a:lvl3pPr indent="0" lvl="2" marL="0" algn="r">
              <a:spcBef>
                <a:spcPts val="0"/>
              </a:spcBef>
              <a:buNone/>
              <a:defRPr sz="1200">
                <a:solidFill>
                  <a:schemeClr val="dk2"/>
                </a:solidFill>
                <a:latin typeface="Quattrocento Sans"/>
                <a:ea typeface="Quattrocento Sans"/>
                <a:cs typeface="Quattrocento Sans"/>
                <a:sym typeface="Quattrocento Sans"/>
              </a:defRPr>
            </a:lvl3pPr>
            <a:lvl4pPr indent="0" lvl="3" marL="0" algn="r">
              <a:spcBef>
                <a:spcPts val="0"/>
              </a:spcBef>
              <a:buNone/>
              <a:defRPr sz="1200">
                <a:solidFill>
                  <a:schemeClr val="dk2"/>
                </a:solidFill>
                <a:latin typeface="Quattrocento Sans"/>
                <a:ea typeface="Quattrocento Sans"/>
                <a:cs typeface="Quattrocento Sans"/>
                <a:sym typeface="Quattrocento Sans"/>
              </a:defRPr>
            </a:lvl4pPr>
            <a:lvl5pPr indent="0" lvl="4" marL="0" algn="r">
              <a:spcBef>
                <a:spcPts val="0"/>
              </a:spcBef>
              <a:buNone/>
              <a:defRPr sz="1200">
                <a:solidFill>
                  <a:schemeClr val="dk2"/>
                </a:solidFill>
                <a:latin typeface="Quattrocento Sans"/>
                <a:ea typeface="Quattrocento Sans"/>
                <a:cs typeface="Quattrocento Sans"/>
                <a:sym typeface="Quattrocento Sans"/>
              </a:defRPr>
            </a:lvl5pPr>
            <a:lvl6pPr indent="0" lvl="5" marL="0" algn="r">
              <a:spcBef>
                <a:spcPts val="0"/>
              </a:spcBef>
              <a:buNone/>
              <a:defRPr sz="1200">
                <a:solidFill>
                  <a:schemeClr val="dk2"/>
                </a:solidFill>
                <a:latin typeface="Quattrocento Sans"/>
                <a:ea typeface="Quattrocento Sans"/>
                <a:cs typeface="Quattrocento Sans"/>
                <a:sym typeface="Quattrocento Sans"/>
              </a:defRPr>
            </a:lvl6pPr>
            <a:lvl7pPr indent="0" lvl="6" marL="0" algn="r">
              <a:spcBef>
                <a:spcPts val="0"/>
              </a:spcBef>
              <a:buNone/>
              <a:defRPr sz="1200">
                <a:solidFill>
                  <a:schemeClr val="dk2"/>
                </a:solidFill>
                <a:latin typeface="Quattrocento Sans"/>
                <a:ea typeface="Quattrocento Sans"/>
                <a:cs typeface="Quattrocento Sans"/>
                <a:sym typeface="Quattrocento Sans"/>
              </a:defRPr>
            </a:lvl7pPr>
            <a:lvl8pPr indent="0" lvl="7" marL="0" algn="r">
              <a:spcBef>
                <a:spcPts val="0"/>
              </a:spcBef>
              <a:buNone/>
              <a:defRPr sz="1200">
                <a:solidFill>
                  <a:schemeClr val="dk2"/>
                </a:solidFill>
                <a:latin typeface="Quattrocento Sans"/>
                <a:ea typeface="Quattrocento Sans"/>
                <a:cs typeface="Quattrocento Sans"/>
                <a:sym typeface="Quattrocento Sans"/>
              </a:defRPr>
            </a:lvl8pPr>
            <a:lvl9pPr indent="0" lvl="8" marL="0" algn="r">
              <a:spcBef>
                <a:spcPts val="0"/>
              </a:spcBef>
              <a:buNone/>
              <a:defRPr sz="1200">
                <a:solidFill>
                  <a:schemeClr val="dk2"/>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allout with small Non-bulleted">
  <p:cSld name="4_Callout with small Non-bulleted">
    <p:spTree>
      <p:nvGrpSpPr>
        <p:cNvPr id="93" name="Shape 93"/>
        <p:cNvGrpSpPr/>
        <p:nvPr/>
      </p:nvGrpSpPr>
      <p:grpSpPr>
        <a:xfrm>
          <a:off x="0" y="0"/>
          <a:ext cx="0" cy="0"/>
          <a:chOff x="0" y="0"/>
          <a:chExt cx="0" cy="0"/>
        </a:xfrm>
      </p:grpSpPr>
      <p:sp>
        <p:nvSpPr>
          <p:cNvPr id="94" name="Google Shape;94;p41"/>
          <p:cNvSpPr/>
          <p:nvPr/>
        </p:nvSpPr>
        <p:spPr>
          <a:xfrm>
            <a:off x="129521" y="0"/>
            <a:ext cx="4741280" cy="2353474"/>
          </a:xfrm>
          <a:custGeom>
            <a:rect b="b" l="l" r="r" t="t"/>
            <a:pathLst>
              <a:path extrusionOk="0" h="2353474" w="4741280">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95" name="Google Shape;95;p41"/>
          <p:cNvSpPr txBox="1"/>
          <p:nvPr>
            <p:ph idx="1" type="body"/>
          </p:nvPr>
        </p:nvSpPr>
        <p:spPr>
          <a:xfrm>
            <a:off x="304800" y="2472751"/>
            <a:ext cx="4566001" cy="1643527"/>
          </a:xfrm>
          <a:prstGeom prst="rect">
            <a:avLst/>
          </a:prstGeom>
          <a:noFill/>
          <a:ln>
            <a:noFill/>
          </a:ln>
        </p:spPr>
        <p:txBody>
          <a:bodyPr anchorCtr="0" anchor="t" bIns="45700" lIns="91425" spcFirstLastPara="1" rIns="91425" wrap="square" tIns="45700">
            <a:spAutoFit/>
          </a:bodyPr>
          <a:lstStyle>
            <a:lvl1pPr indent="-228600" lvl="0" marL="457200" marR="0" algn="l">
              <a:lnSpc>
                <a:spcPct val="90000"/>
              </a:lnSpc>
              <a:spcBef>
                <a:spcPts val="1200"/>
              </a:spcBef>
              <a:spcAft>
                <a:spcPts val="0"/>
              </a:spcAft>
              <a:buClr>
                <a:schemeClr val="dk1"/>
              </a:buClr>
              <a:buSzPts val="2520"/>
              <a:buFont typeface="Noto Sans Symbols"/>
              <a:buNone/>
              <a:defRPr b="0" sz="2800">
                <a:solidFill>
                  <a:schemeClr val="dk2"/>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rgbClr val="595959"/>
              </a:buClr>
              <a:buSzPts val="1961"/>
              <a:buNone/>
              <a:defRPr sz="1961"/>
            </a:lvl2pPr>
            <a:lvl3pPr indent="-228600" lvl="2" marL="1371600" algn="l">
              <a:lnSpc>
                <a:spcPct val="90000"/>
              </a:lnSpc>
              <a:spcBef>
                <a:spcPts val="1200"/>
              </a:spcBef>
              <a:spcAft>
                <a:spcPts val="0"/>
              </a:spcAft>
              <a:buClr>
                <a:schemeClr val="dk2"/>
              </a:buClr>
              <a:buSzPts val="1961"/>
              <a:buNone/>
              <a:defRPr sz="1961"/>
            </a:lvl3pPr>
            <a:lvl4pPr indent="-228600" lvl="3" marL="1828800" algn="l">
              <a:lnSpc>
                <a:spcPct val="90000"/>
              </a:lnSpc>
              <a:spcBef>
                <a:spcPts val="1200"/>
              </a:spcBef>
              <a:spcAft>
                <a:spcPts val="0"/>
              </a:spcAft>
              <a:buClr>
                <a:srgbClr val="262626"/>
              </a:buClr>
              <a:buSzPts val="1600"/>
              <a:buNone/>
              <a:defRPr/>
            </a:lvl4pPr>
            <a:lvl5pPr indent="-228600" lvl="4" marL="2286000" algn="l">
              <a:lnSpc>
                <a:spcPct val="90000"/>
              </a:lnSpc>
              <a:spcBef>
                <a:spcPts val="600"/>
              </a:spcBef>
              <a:spcAft>
                <a:spcPts val="0"/>
              </a:spcAft>
              <a:buClr>
                <a:srgbClr val="262626"/>
              </a:buClr>
              <a:buSzPts val="16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41"/>
          <p:cNvSpPr txBox="1"/>
          <p:nvPr>
            <p:ph idx="2" type="body"/>
          </p:nvPr>
        </p:nvSpPr>
        <p:spPr>
          <a:xfrm>
            <a:off x="6096000" y="419100"/>
            <a:ext cx="5671764" cy="1705723"/>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dk1"/>
              </a:buClr>
              <a:buSzPts val="2200"/>
              <a:buNone/>
              <a:defRPr sz="2200">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rgbClr val="595959"/>
              </a:buClr>
              <a:buSzPts val="1765"/>
              <a:buNone/>
              <a:defRPr sz="1765">
                <a:latin typeface="Quattrocento Sans"/>
                <a:ea typeface="Quattrocento Sans"/>
                <a:cs typeface="Quattrocento Sans"/>
                <a:sym typeface="Quattrocento Sans"/>
              </a:defRPr>
            </a:lvl2pPr>
            <a:lvl3pPr indent="-228600" lvl="2" marL="1371600" algn="l">
              <a:lnSpc>
                <a:spcPct val="90000"/>
              </a:lnSpc>
              <a:spcBef>
                <a:spcPts val="1200"/>
              </a:spcBef>
              <a:spcAft>
                <a:spcPts val="0"/>
              </a:spcAft>
              <a:buClr>
                <a:schemeClr val="dk2"/>
              </a:buClr>
              <a:buSzPts val="1568"/>
              <a:buNone/>
              <a:defRPr sz="1568">
                <a:latin typeface="Quattrocento Sans"/>
                <a:ea typeface="Quattrocento Sans"/>
                <a:cs typeface="Quattrocento Sans"/>
                <a:sym typeface="Quattrocento Sans"/>
              </a:defRPr>
            </a:lvl3pPr>
            <a:lvl4pPr indent="-228600" lvl="3" marL="1828800" algn="l">
              <a:lnSpc>
                <a:spcPct val="90000"/>
              </a:lnSpc>
              <a:spcBef>
                <a:spcPts val="1200"/>
              </a:spcBef>
              <a:spcAft>
                <a:spcPts val="0"/>
              </a:spcAft>
              <a:buClr>
                <a:srgbClr val="262626"/>
              </a:buClr>
              <a:buSzPts val="1372"/>
              <a:buNone/>
              <a:defRPr sz="1372">
                <a:latin typeface="Quattrocento Sans"/>
                <a:ea typeface="Quattrocento Sans"/>
                <a:cs typeface="Quattrocento Sans"/>
                <a:sym typeface="Quattrocento Sans"/>
              </a:defRPr>
            </a:lvl4pPr>
            <a:lvl5pPr indent="-228600" lvl="4" marL="2286000" algn="l">
              <a:lnSpc>
                <a:spcPct val="90000"/>
              </a:lnSpc>
              <a:spcBef>
                <a:spcPts val="600"/>
              </a:spcBef>
              <a:spcAft>
                <a:spcPts val="0"/>
              </a:spcAft>
              <a:buClr>
                <a:srgbClr val="262626"/>
              </a:buClr>
              <a:buSzPts val="1372"/>
              <a:buNone/>
              <a:defRPr sz="1372">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41"/>
          <p:cNvSpPr txBox="1"/>
          <p:nvPr>
            <p:ph idx="12" type="sldNum"/>
          </p:nvPr>
        </p:nvSpPr>
        <p:spPr>
          <a:xfrm>
            <a:off x="11750600" y="6484937"/>
            <a:ext cx="425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chemeClr val="dk2"/>
                </a:solidFill>
                <a:latin typeface="Quattrocento Sans"/>
                <a:ea typeface="Quattrocento Sans"/>
                <a:cs typeface="Quattrocento Sans"/>
                <a:sym typeface="Quattrocento Sans"/>
              </a:defRPr>
            </a:lvl1pPr>
            <a:lvl2pPr indent="0" lvl="1" marL="0" algn="r">
              <a:spcBef>
                <a:spcPts val="0"/>
              </a:spcBef>
              <a:buNone/>
              <a:defRPr sz="1100">
                <a:solidFill>
                  <a:schemeClr val="dk2"/>
                </a:solidFill>
                <a:latin typeface="Quattrocento Sans"/>
                <a:ea typeface="Quattrocento Sans"/>
                <a:cs typeface="Quattrocento Sans"/>
                <a:sym typeface="Quattrocento Sans"/>
              </a:defRPr>
            </a:lvl2pPr>
            <a:lvl3pPr indent="0" lvl="2" marL="0" algn="r">
              <a:spcBef>
                <a:spcPts val="0"/>
              </a:spcBef>
              <a:buNone/>
              <a:defRPr sz="1100">
                <a:solidFill>
                  <a:schemeClr val="dk2"/>
                </a:solidFill>
                <a:latin typeface="Quattrocento Sans"/>
                <a:ea typeface="Quattrocento Sans"/>
                <a:cs typeface="Quattrocento Sans"/>
                <a:sym typeface="Quattrocento Sans"/>
              </a:defRPr>
            </a:lvl3pPr>
            <a:lvl4pPr indent="0" lvl="3" marL="0" algn="r">
              <a:spcBef>
                <a:spcPts val="0"/>
              </a:spcBef>
              <a:buNone/>
              <a:defRPr sz="1100">
                <a:solidFill>
                  <a:schemeClr val="dk2"/>
                </a:solidFill>
                <a:latin typeface="Quattrocento Sans"/>
                <a:ea typeface="Quattrocento Sans"/>
                <a:cs typeface="Quattrocento Sans"/>
                <a:sym typeface="Quattrocento Sans"/>
              </a:defRPr>
            </a:lvl4pPr>
            <a:lvl5pPr indent="0" lvl="4" marL="0" algn="r">
              <a:spcBef>
                <a:spcPts val="0"/>
              </a:spcBef>
              <a:buNone/>
              <a:defRPr sz="1100">
                <a:solidFill>
                  <a:schemeClr val="dk2"/>
                </a:solidFill>
                <a:latin typeface="Quattrocento Sans"/>
                <a:ea typeface="Quattrocento Sans"/>
                <a:cs typeface="Quattrocento Sans"/>
                <a:sym typeface="Quattrocento Sans"/>
              </a:defRPr>
            </a:lvl5pPr>
            <a:lvl6pPr indent="0" lvl="5" marL="0" algn="r">
              <a:spcBef>
                <a:spcPts val="0"/>
              </a:spcBef>
              <a:buNone/>
              <a:defRPr sz="1100">
                <a:solidFill>
                  <a:schemeClr val="dk2"/>
                </a:solidFill>
                <a:latin typeface="Quattrocento Sans"/>
                <a:ea typeface="Quattrocento Sans"/>
                <a:cs typeface="Quattrocento Sans"/>
                <a:sym typeface="Quattrocento Sans"/>
              </a:defRPr>
            </a:lvl6pPr>
            <a:lvl7pPr indent="0" lvl="6" marL="0" algn="r">
              <a:spcBef>
                <a:spcPts val="0"/>
              </a:spcBef>
              <a:buNone/>
              <a:defRPr sz="1100">
                <a:solidFill>
                  <a:schemeClr val="dk2"/>
                </a:solidFill>
                <a:latin typeface="Quattrocento Sans"/>
                <a:ea typeface="Quattrocento Sans"/>
                <a:cs typeface="Quattrocento Sans"/>
                <a:sym typeface="Quattrocento Sans"/>
              </a:defRPr>
            </a:lvl7pPr>
            <a:lvl8pPr indent="0" lvl="7" marL="0" algn="r">
              <a:spcBef>
                <a:spcPts val="0"/>
              </a:spcBef>
              <a:buNone/>
              <a:defRPr sz="1100">
                <a:solidFill>
                  <a:schemeClr val="dk2"/>
                </a:solidFill>
                <a:latin typeface="Quattrocento Sans"/>
                <a:ea typeface="Quattrocento Sans"/>
                <a:cs typeface="Quattrocento Sans"/>
                <a:sym typeface="Quattrocento Sans"/>
              </a:defRPr>
            </a:lvl8pPr>
            <a:lvl9pPr indent="0" lvl="8" marL="0" algn="r">
              <a:spcBef>
                <a:spcPts val="0"/>
              </a:spcBef>
              <a:buNone/>
              <a:defRPr sz="1100">
                <a:solidFill>
                  <a:schemeClr val="dk2"/>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98" name="Google Shape;98;p41"/>
          <p:cNvSpPr txBox="1"/>
          <p:nvPr>
            <p:ph type="title"/>
          </p:nvPr>
        </p:nvSpPr>
        <p:spPr>
          <a:xfrm>
            <a:off x="555244" y="0"/>
            <a:ext cx="4083304" cy="1926336"/>
          </a:xfrm>
          <a:prstGeom prst="rect">
            <a:avLst/>
          </a:prstGeom>
          <a:noFill/>
          <a:ln>
            <a:noFill/>
          </a:ln>
        </p:spPr>
        <p:txBody>
          <a:bodyPr anchorCtr="0" anchor="t" bIns="45700" lIns="146300" spcFirstLastPara="1" rIns="146300" wrap="square" tIns="420600">
            <a:spAutoFit/>
          </a:bodyPr>
          <a:lstStyle>
            <a:lvl1pPr lvl="0" algn="l">
              <a:lnSpc>
                <a:spcPct val="90000"/>
              </a:lnSpc>
              <a:spcBef>
                <a:spcPts val="0"/>
              </a:spcBef>
              <a:spcAft>
                <a:spcPts val="0"/>
              </a:spcAft>
              <a:buClr>
                <a:schemeClr val="lt1"/>
              </a:buClr>
              <a:buSzPts val="3200"/>
              <a:buFont typeface="Quattrocento Sans"/>
              <a:buNone/>
              <a:defRPr b="0" sz="3200">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41"/>
          <p:cNvSpPr txBox="1"/>
          <p:nvPr>
            <p:ph idx="3" type="body"/>
          </p:nvPr>
        </p:nvSpPr>
        <p:spPr>
          <a:xfrm>
            <a:off x="6096000" y="2697329"/>
            <a:ext cx="5671764" cy="1705723"/>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dk1"/>
              </a:buClr>
              <a:buSzPts val="2200"/>
              <a:buNone/>
              <a:defRPr sz="2200">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rgbClr val="595959"/>
              </a:buClr>
              <a:buSzPts val="1765"/>
              <a:buNone/>
              <a:defRPr sz="1765">
                <a:latin typeface="Quattrocento Sans"/>
                <a:ea typeface="Quattrocento Sans"/>
                <a:cs typeface="Quattrocento Sans"/>
                <a:sym typeface="Quattrocento Sans"/>
              </a:defRPr>
            </a:lvl2pPr>
            <a:lvl3pPr indent="-228600" lvl="2" marL="1371600" algn="l">
              <a:lnSpc>
                <a:spcPct val="90000"/>
              </a:lnSpc>
              <a:spcBef>
                <a:spcPts val="1200"/>
              </a:spcBef>
              <a:spcAft>
                <a:spcPts val="0"/>
              </a:spcAft>
              <a:buClr>
                <a:schemeClr val="dk2"/>
              </a:buClr>
              <a:buSzPts val="1568"/>
              <a:buNone/>
              <a:defRPr sz="1568">
                <a:latin typeface="Quattrocento Sans"/>
                <a:ea typeface="Quattrocento Sans"/>
                <a:cs typeface="Quattrocento Sans"/>
                <a:sym typeface="Quattrocento Sans"/>
              </a:defRPr>
            </a:lvl3pPr>
            <a:lvl4pPr indent="-228600" lvl="3" marL="1828800" algn="l">
              <a:lnSpc>
                <a:spcPct val="90000"/>
              </a:lnSpc>
              <a:spcBef>
                <a:spcPts val="1200"/>
              </a:spcBef>
              <a:spcAft>
                <a:spcPts val="0"/>
              </a:spcAft>
              <a:buClr>
                <a:srgbClr val="262626"/>
              </a:buClr>
              <a:buSzPts val="1372"/>
              <a:buNone/>
              <a:defRPr sz="1372">
                <a:latin typeface="Quattrocento Sans"/>
                <a:ea typeface="Quattrocento Sans"/>
                <a:cs typeface="Quattrocento Sans"/>
                <a:sym typeface="Quattrocento Sans"/>
              </a:defRPr>
            </a:lvl4pPr>
            <a:lvl5pPr indent="-228600" lvl="4" marL="2286000" algn="l">
              <a:lnSpc>
                <a:spcPct val="90000"/>
              </a:lnSpc>
              <a:spcBef>
                <a:spcPts val="600"/>
              </a:spcBef>
              <a:spcAft>
                <a:spcPts val="0"/>
              </a:spcAft>
              <a:buClr>
                <a:srgbClr val="262626"/>
              </a:buClr>
              <a:buSzPts val="1372"/>
              <a:buNone/>
              <a:defRPr sz="1372">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41"/>
          <p:cNvSpPr txBox="1"/>
          <p:nvPr>
            <p:ph idx="4" type="body"/>
          </p:nvPr>
        </p:nvSpPr>
        <p:spPr>
          <a:xfrm>
            <a:off x="6096000" y="4975558"/>
            <a:ext cx="5671764" cy="1705723"/>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dk1"/>
              </a:buClr>
              <a:buSzPts val="2200"/>
              <a:buNone/>
              <a:defRPr sz="2200">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rgbClr val="595959"/>
              </a:buClr>
              <a:buSzPts val="1765"/>
              <a:buNone/>
              <a:defRPr sz="1765">
                <a:latin typeface="Quattrocento Sans"/>
                <a:ea typeface="Quattrocento Sans"/>
                <a:cs typeface="Quattrocento Sans"/>
                <a:sym typeface="Quattrocento Sans"/>
              </a:defRPr>
            </a:lvl2pPr>
            <a:lvl3pPr indent="-228600" lvl="2" marL="1371600" algn="l">
              <a:lnSpc>
                <a:spcPct val="90000"/>
              </a:lnSpc>
              <a:spcBef>
                <a:spcPts val="1200"/>
              </a:spcBef>
              <a:spcAft>
                <a:spcPts val="0"/>
              </a:spcAft>
              <a:buClr>
                <a:schemeClr val="dk2"/>
              </a:buClr>
              <a:buSzPts val="1568"/>
              <a:buNone/>
              <a:defRPr sz="1568">
                <a:latin typeface="Quattrocento Sans"/>
                <a:ea typeface="Quattrocento Sans"/>
                <a:cs typeface="Quattrocento Sans"/>
                <a:sym typeface="Quattrocento Sans"/>
              </a:defRPr>
            </a:lvl3pPr>
            <a:lvl4pPr indent="-228600" lvl="3" marL="1828800" algn="l">
              <a:lnSpc>
                <a:spcPct val="90000"/>
              </a:lnSpc>
              <a:spcBef>
                <a:spcPts val="1200"/>
              </a:spcBef>
              <a:spcAft>
                <a:spcPts val="0"/>
              </a:spcAft>
              <a:buClr>
                <a:srgbClr val="262626"/>
              </a:buClr>
              <a:buSzPts val="1372"/>
              <a:buNone/>
              <a:defRPr sz="1372">
                <a:latin typeface="Quattrocento Sans"/>
                <a:ea typeface="Quattrocento Sans"/>
                <a:cs typeface="Quattrocento Sans"/>
                <a:sym typeface="Quattrocento Sans"/>
              </a:defRPr>
            </a:lvl4pPr>
            <a:lvl5pPr indent="-228600" lvl="4" marL="2286000" algn="l">
              <a:lnSpc>
                <a:spcPct val="90000"/>
              </a:lnSpc>
              <a:spcBef>
                <a:spcPts val="600"/>
              </a:spcBef>
              <a:spcAft>
                <a:spcPts val="0"/>
              </a:spcAft>
              <a:buClr>
                <a:srgbClr val="262626"/>
              </a:buClr>
              <a:buSzPts val="1372"/>
              <a:buNone/>
              <a:defRPr sz="1372">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95">
                                            <p:txEl>
                                              <p:pRg end="0" st="0"/>
                                            </p:txEl>
                                          </p:spTgt>
                                        </p:tgtEl>
                                        <p:attrNameLst>
                                          <p:attrName>style.visibility</p:attrName>
                                        </p:attrNameLst>
                                      </p:cBhvr>
                                      <p:to>
                                        <p:strVal val="visible"/>
                                      </p:to>
                                    </p:set>
                                    <p:animEffect filter="fade" transition="in">
                                      <p:cBhvr>
                                        <p:cTn dur="250"/>
                                        <p:tgtEl>
                                          <p:spTgt spid="95">
                                            <p:txEl>
                                              <p:pRg end="0" st="0"/>
                                            </p:txEl>
                                          </p:spTgt>
                                        </p:tgtEl>
                                      </p:cBhvr>
                                    </p:animEffect>
                                  </p:childTnLst>
                                </p:cTn>
                              </p:par>
                              <p:par>
                                <p:cTn fill="hold" nodeType="withEffect" presetClass="entr" presetID="10" presetSubtype="0">
                                  <p:stCondLst>
                                    <p:cond delay="250"/>
                                  </p:stCondLst>
                                  <p:childTnLst>
                                    <p:set>
                                      <p:cBhvr>
                                        <p:cTn dur="1" fill="hold">
                                          <p:stCondLst>
                                            <p:cond delay="0"/>
                                          </p:stCondLst>
                                        </p:cTn>
                                        <p:tgtEl>
                                          <p:spTgt spid="95">
                                            <p:txEl>
                                              <p:pRg end="1" st="1"/>
                                            </p:txEl>
                                          </p:spTgt>
                                        </p:tgtEl>
                                        <p:attrNameLst>
                                          <p:attrName>style.visibility</p:attrName>
                                        </p:attrNameLst>
                                      </p:cBhvr>
                                      <p:to>
                                        <p:strVal val="visible"/>
                                      </p:to>
                                    </p:set>
                                    <p:animEffect filter="fade" transition="in">
                                      <p:cBhvr>
                                        <p:cTn dur="250"/>
                                        <p:tgtEl>
                                          <p:spTgt spid="95">
                                            <p:txEl>
                                              <p:pRg end="1" st="1"/>
                                            </p:txEl>
                                          </p:spTgt>
                                        </p:tgtEl>
                                      </p:cBhvr>
                                    </p:animEffect>
                                  </p:childTnLst>
                                </p:cTn>
                              </p:par>
                              <p:par>
                                <p:cTn fill="hold" nodeType="withEffect" presetClass="entr" presetID="10" presetSubtype="0">
                                  <p:stCondLst>
                                    <p:cond delay="250"/>
                                  </p:stCondLst>
                                  <p:childTnLst>
                                    <p:set>
                                      <p:cBhvr>
                                        <p:cTn dur="1" fill="hold">
                                          <p:stCondLst>
                                            <p:cond delay="0"/>
                                          </p:stCondLst>
                                        </p:cTn>
                                        <p:tgtEl>
                                          <p:spTgt spid="95">
                                            <p:txEl>
                                              <p:pRg end="2" st="2"/>
                                            </p:txEl>
                                          </p:spTgt>
                                        </p:tgtEl>
                                        <p:attrNameLst>
                                          <p:attrName>style.visibility</p:attrName>
                                        </p:attrNameLst>
                                      </p:cBhvr>
                                      <p:to>
                                        <p:strVal val="visible"/>
                                      </p:to>
                                    </p:set>
                                    <p:animEffect filter="fade" transition="in">
                                      <p:cBhvr>
                                        <p:cTn dur="250"/>
                                        <p:tgtEl>
                                          <p:spTgt spid="95">
                                            <p:txEl>
                                              <p:pRg end="2" st="2"/>
                                            </p:txEl>
                                          </p:spTgt>
                                        </p:tgtEl>
                                      </p:cBhvr>
                                    </p:animEffect>
                                  </p:childTnLst>
                                </p:cTn>
                              </p:par>
                              <p:par>
                                <p:cTn fill="hold" nodeType="withEffect" presetClass="entr" presetID="10" presetSubtype="0">
                                  <p:stCondLst>
                                    <p:cond delay="250"/>
                                  </p:stCondLst>
                                  <p:childTnLst>
                                    <p:set>
                                      <p:cBhvr>
                                        <p:cTn dur="1" fill="hold">
                                          <p:stCondLst>
                                            <p:cond delay="0"/>
                                          </p:stCondLst>
                                        </p:cTn>
                                        <p:tgtEl>
                                          <p:spTgt spid="95">
                                            <p:txEl>
                                              <p:pRg end="3" st="3"/>
                                            </p:txEl>
                                          </p:spTgt>
                                        </p:tgtEl>
                                        <p:attrNameLst>
                                          <p:attrName>style.visibility</p:attrName>
                                        </p:attrNameLst>
                                      </p:cBhvr>
                                      <p:to>
                                        <p:strVal val="visible"/>
                                      </p:to>
                                    </p:set>
                                    <p:animEffect filter="fade" transition="in">
                                      <p:cBhvr>
                                        <p:cTn dur="250"/>
                                        <p:tgtEl>
                                          <p:spTgt spid="95">
                                            <p:txEl>
                                              <p:pRg end="3" st="3"/>
                                            </p:txEl>
                                          </p:spTgt>
                                        </p:tgtEl>
                                      </p:cBhvr>
                                    </p:animEffect>
                                  </p:childTnLst>
                                </p:cTn>
                              </p:par>
                              <p:par>
                                <p:cTn fill="hold" nodeType="withEffect" presetClass="entr" presetID="10" presetSubtype="0">
                                  <p:stCondLst>
                                    <p:cond delay="250"/>
                                  </p:stCondLst>
                                  <p:childTnLst>
                                    <p:set>
                                      <p:cBhvr>
                                        <p:cTn dur="1" fill="hold">
                                          <p:stCondLst>
                                            <p:cond delay="0"/>
                                          </p:stCondLst>
                                        </p:cTn>
                                        <p:tgtEl>
                                          <p:spTgt spid="95">
                                            <p:txEl>
                                              <p:pRg end="4" st="4"/>
                                            </p:txEl>
                                          </p:spTgt>
                                        </p:tgtEl>
                                        <p:attrNameLst>
                                          <p:attrName>style.visibility</p:attrName>
                                        </p:attrNameLst>
                                      </p:cBhvr>
                                      <p:to>
                                        <p:strVal val="visible"/>
                                      </p:to>
                                    </p:set>
                                    <p:animEffect filter="fade" transition="in">
                                      <p:cBhvr>
                                        <p:cTn dur="250"/>
                                        <p:tgtEl>
                                          <p:spTgt spid="95">
                                            <p:txEl>
                                              <p:pRg end="4" st="4"/>
                                            </p:txEl>
                                          </p:spTgt>
                                        </p:tgtEl>
                                      </p:cBhvr>
                                    </p:animEffect>
                                  </p:childTnLst>
                                </p:cTn>
                              </p:par>
                              <p:par>
                                <p:cTn fill="hold" nodeType="withEffect" presetClass="entr" presetID="10" presetSubtype="0">
                                  <p:stCondLst>
                                    <p:cond delay="250"/>
                                  </p:stCondLst>
                                  <p:childTnLst>
                                    <p:set>
                                      <p:cBhvr>
                                        <p:cTn dur="1" fill="hold">
                                          <p:stCondLst>
                                            <p:cond delay="0"/>
                                          </p:stCondLst>
                                        </p:cTn>
                                        <p:tgtEl>
                                          <p:spTgt spid="95">
                                            <p:txEl>
                                              <p:pRg end="5" st="5"/>
                                            </p:txEl>
                                          </p:spTgt>
                                        </p:tgtEl>
                                        <p:attrNameLst>
                                          <p:attrName>style.visibility</p:attrName>
                                        </p:attrNameLst>
                                      </p:cBhvr>
                                      <p:to>
                                        <p:strVal val="visible"/>
                                      </p:to>
                                    </p:set>
                                    <p:animEffect filter="fade" transition="in">
                                      <p:cBhvr>
                                        <p:cTn dur="250"/>
                                        <p:tgtEl>
                                          <p:spTgt spid="95">
                                            <p:txEl>
                                              <p:pRg end="5" st="5"/>
                                            </p:txEl>
                                          </p:spTgt>
                                        </p:tgtEl>
                                      </p:cBhvr>
                                    </p:animEffect>
                                  </p:childTnLst>
                                </p:cTn>
                              </p:par>
                              <p:par>
                                <p:cTn fill="hold" nodeType="withEffect" presetClass="entr" presetID="10" presetSubtype="0">
                                  <p:stCondLst>
                                    <p:cond delay="250"/>
                                  </p:stCondLst>
                                  <p:childTnLst>
                                    <p:set>
                                      <p:cBhvr>
                                        <p:cTn dur="1" fill="hold">
                                          <p:stCondLst>
                                            <p:cond delay="0"/>
                                          </p:stCondLst>
                                        </p:cTn>
                                        <p:tgtEl>
                                          <p:spTgt spid="95">
                                            <p:txEl>
                                              <p:pRg end="6" st="6"/>
                                            </p:txEl>
                                          </p:spTgt>
                                        </p:tgtEl>
                                        <p:attrNameLst>
                                          <p:attrName>style.visibility</p:attrName>
                                        </p:attrNameLst>
                                      </p:cBhvr>
                                      <p:to>
                                        <p:strVal val="visible"/>
                                      </p:to>
                                    </p:set>
                                    <p:animEffect filter="fade" transition="in">
                                      <p:cBhvr>
                                        <p:cTn dur="250"/>
                                        <p:tgtEl>
                                          <p:spTgt spid="95">
                                            <p:txEl>
                                              <p:pRg end="6" st="6"/>
                                            </p:txEl>
                                          </p:spTgt>
                                        </p:tgtEl>
                                      </p:cBhvr>
                                    </p:animEffect>
                                  </p:childTnLst>
                                </p:cTn>
                              </p:par>
                              <p:par>
                                <p:cTn fill="hold" nodeType="withEffect" presetClass="entr" presetID="10" presetSubtype="0">
                                  <p:stCondLst>
                                    <p:cond delay="250"/>
                                  </p:stCondLst>
                                  <p:childTnLst>
                                    <p:set>
                                      <p:cBhvr>
                                        <p:cTn dur="1" fill="hold">
                                          <p:stCondLst>
                                            <p:cond delay="0"/>
                                          </p:stCondLst>
                                        </p:cTn>
                                        <p:tgtEl>
                                          <p:spTgt spid="95">
                                            <p:txEl>
                                              <p:pRg end="7" st="7"/>
                                            </p:txEl>
                                          </p:spTgt>
                                        </p:tgtEl>
                                        <p:attrNameLst>
                                          <p:attrName>style.visibility</p:attrName>
                                        </p:attrNameLst>
                                      </p:cBhvr>
                                      <p:to>
                                        <p:strVal val="visible"/>
                                      </p:to>
                                    </p:set>
                                    <p:animEffect filter="fade" transition="in">
                                      <p:cBhvr>
                                        <p:cTn dur="250"/>
                                        <p:tgtEl>
                                          <p:spTgt spid="95">
                                            <p:txEl>
                                              <p:pRg end="7" st="7"/>
                                            </p:txEl>
                                          </p:spTgt>
                                        </p:tgtEl>
                                      </p:cBhvr>
                                    </p:animEffect>
                                  </p:childTnLst>
                                </p:cTn>
                              </p:par>
                              <p:par>
                                <p:cTn fill="hold" nodeType="withEffect" presetClass="entr" presetID="10" presetSubtype="0">
                                  <p:stCondLst>
                                    <p:cond delay="250"/>
                                  </p:stCondLst>
                                  <p:childTnLst>
                                    <p:set>
                                      <p:cBhvr>
                                        <p:cTn dur="1" fill="hold">
                                          <p:stCondLst>
                                            <p:cond delay="0"/>
                                          </p:stCondLst>
                                        </p:cTn>
                                        <p:tgtEl>
                                          <p:spTgt spid="95">
                                            <p:txEl>
                                              <p:pRg end="8" st="8"/>
                                            </p:txEl>
                                          </p:spTgt>
                                        </p:tgtEl>
                                        <p:attrNameLst>
                                          <p:attrName>style.visibility</p:attrName>
                                        </p:attrNameLst>
                                      </p:cBhvr>
                                      <p:to>
                                        <p:strVal val="visible"/>
                                      </p:to>
                                    </p:set>
                                    <p:animEffect filter="fade" transition="in">
                                      <p:cBhvr>
                                        <p:cTn dur="250"/>
                                        <p:tgtEl>
                                          <p:spTgt spid="95">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allout with small Non-bulleted">
  <p:cSld name="7_Callout with small Non-bulleted">
    <p:spTree>
      <p:nvGrpSpPr>
        <p:cNvPr id="101" name="Shape 101"/>
        <p:cNvGrpSpPr/>
        <p:nvPr/>
      </p:nvGrpSpPr>
      <p:grpSpPr>
        <a:xfrm>
          <a:off x="0" y="0"/>
          <a:ext cx="0" cy="0"/>
          <a:chOff x="0" y="0"/>
          <a:chExt cx="0" cy="0"/>
        </a:xfrm>
      </p:grpSpPr>
      <p:sp>
        <p:nvSpPr>
          <p:cNvPr id="102" name="Google Shape;102;p42"/>
          <p:cNvSpPr/>
          <p:nvPr/>
        </p:nvSpPr>
        <p:spPr>
          <a:xfrm>
            <a:off x="129521" y="0"/>
            <a:ext cx="4741280" cy="2353474"/>
          </a:xfrm>
          <a:custGeom>
            <a:rect b="b" l="l" r="r" t="t"/>
            <a:pathLst>
              <a:path extrusionOk="0" h="2353474" w="4741280">
                <a:moveTo>
                  <a:pt x="0" y="0"/>
                </a:moveTo>
                <a:lnTo>
                  <a:pt x="4741280" y="0"/>
                </a:lnTo>
                <a:lnTo>
                  <a:pt x="4729949" y="224399"/>
                </a:lnTo>
                <a:cubicBezTo>
                  <a:pt x="4608502" y="1420269"/>
                  <a:pt x="3598552" y="2353474"/>
                  <a:pt x="2370640" y="2353474"/>
                </a:cubicBezTo>
                <a:cubicBezTo>
                  <a:pt x="1142728" y="2353474"/>
                  <a:pt x="132779" y="1420269"/>
                  <a:pt x="11331" y="22439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03" name="Google Shape;103;p42"/>
          <p:cNvSpPr txBox="1"/>
          <p:nvPr>
            <p:ph idx="1" type="body"/>
          </p:nvPr>
        </p:nvSpPr>
        <p:spPr>
          <a:xfrm>
            <a:off x="6096000" y="431800"/>
            <a:ext cx="5371038" cy="1830245"/>
          </a:xfrm>
          <a:prstGeom prst="rect">
            <a:avLst/>
          </a:prstGeom>
          <a:noFill/>
          <a:ln>
            <a:noFill/>
          </a:ln>
        </p:spPr>
        <p:txBody>
          <a:bodyPr anchorCtr="0" anchor="t" bIns="45700" lIns="146300" spcFirstLastPara="1" rIns="146300" wrap="square" tIns="45700">
            <a:spAutoFit/>
          </a:bodyPr>
          <a:lstStyle>
            <a:lvl1pPr indent="-228600" lvl="0" marL="457200" marR="0" algn="l">
              <a:lnSpc>
                <a:spcPct val="90000"/>
              </a:lnSpc>
              <a:spcBef>
                <a:spcPts val="1200"/>
              </a:spcBef>
              <a:spcAft>
                <a:spcPts val="0"/>
              </a:spcAft>
              <a:buClr>
                <a:schemeClr val="dk1"/>
              </a:buClr>
              <a:buSzPts val="2823"/>
              <a:buFont typeface="Noto Sans Symbols"/>
              <a:buNone/>
              <a:defRPr sz="3137">
                <a:solidFill>
                  <a:schemeClr val="dk2"/>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rgbClr val="595959"/>
              </a:buClr>
              <a:buSzPts val="1961"/>
              <a:buNone/>
              <a:defRPr sz="1961"/>
            </a:lvl2pPr>
            <a:lvl3pPr indent="-228600" lvl="2" marL="1371600" algn="l">
              <a:lnSpc>
                <a:spcPct val="90000"/>
              </a:lnSpc>
              <a:spcBef>
                <a:spcPts val="1200"/>
              </a:spcBef>
              <a:spcAft>
                <a:spcPts val="0"/>
              </a:spcAft>
              <a:buClr>
                <a:schemeClr val="dk2"/>
              </a:buClr>
              <a:buSzPts val="1961"/>
              <a:buNone/>
              <a:defRPr sz="1961"/>
            </a:lvl3pPr>
            <a:lvl4pPr indent="-228600" lvl="3" marL="1828800" algn="l">
              <a:lnSpc>
                <a:spcPct val="90000"/>
              </a:lnSpc>
              <a:spcBef>
                <a:spcPts val="1200"/>
              </a:spcBef>
              <a:spcAft>
                <a:spcPts val="0"/>
              </a:spcAft>
              <a:buClr>
                <a:srgbClr val="262626"/>
              </a:buClr>
              <a:buSzPts val="1600"/>
              <a:buNone/>
              <a:defRPr/>
            </a:lvl4pPr>
            <a:lvl5pPr indent="-228600" lvl="4" marL="2286000" algn="l">
              <a:lnSpc>
                <a:spcPct val="90000"/>
              </a:lnSpc>
              <a:spcBef>
                <a:spcPts val="600"/>
              </a:spcBef>
              <a:spcAft>
                <a:spcPts val="0"/>
              </a:spcAft>
              <a:buClr>
                <a:srgbClr val="262626"/>
              </a:buClr>
              <a:buSzPts val="16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42"/>
          <p:cNvSpPr txBox="1"/>
          <p:nvPr>
            <p:ph idx="2" type="body"/>
          </p:nvPr>
        </p:nvSpPr>
        <p:spPr>
          <a:xfrm>
            <a:off x="293687" y="3436331"/>
            <a:ext cx="2286000" cy="1802032"/>
          </a:xfrm>
          <a:prstGeom prst="rect">
            <a:avLst/>
          </a:prstGeom>
          <a:noFill/>
          <a:ln>
            <a:noFill/>
          </a:ln>
        </p:spPr>
        <p:txBody>
          <a:bodyPr anchorCtr="0" anchor="t" bIns="45700" lIns="182875" spcFirstLastPara="1" rIns="182875" wrap="square" tIns="146300">
            <a:spAutoFit/>
          </a:bodyPr>
          <a:lstStyle>
            <a:lvl1pPr indent="-228600" lvl="0" marL="457200" algn="l">
              <a:lnSpc>
                <a:spcPct val="90000"/>
              </a:lnSpc>
              <a:spcBef>
                <a:spcPts val="1000"/>
              </a:spcBef>
              <a:spcAft>
                <a:spcPts val="0"/>
              </a:spcAft>
              <a:buClr>
                <a:schemeClr val="dk1"/>
              </a:buClr>
              <a:buSzPts val="1600"/>
              <a:buNone/>
              <a:defRPr b="1" sz="1600">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chemeClr val="dk1"/>
              </a:buClr>
              <a:buSzPts val="1400"/>
              <a:buNone/>
              <a:defRPr b="0" sz="1400">
                <a:solidFill>
                  <a:schemeClr val="dk1"/>
                </a:solidFill>
                <a:latin typeface="Quattrocento Sans"/>
                <a:ea typeface="Quattrocento Sans"/>
                <a:cs typeface="Quattrocento Sans"/>
                <a:sym typeface="Quattrocento Sans"/>
              </a:defRPr>
            </a:lvl2pPr>
            <a:lvl3pPr indent="-228600" lvl="2" marL="1371600" algn="l">
              <a:lnSpc>
                <a:spcPct val="90000"/>
              </a:lnSpc>
              <a:spcBef>
                <a:spcPts val="1200"/>
              </a:spcBef>
              <a:spcAft>
                <a:spcPts val="0"/>
              </a:spcAft>
              <a:buClr>
                <a:schemeClr val="dk2"/>
              </a:buClr>
              <a:buSzPts val="1200"/>
              <a:buNone/>
              <a:defRPr sz="1200">
                <a:latin typeface="Quattrocento Sans"/>
                <a:ea typeface="Quattrocento Sans"/>
                <a:cs typeface="Quattrocento Sans"/>
                <a:sym typeface="Quattrocento Sans"/>
              </a:defRPr>
            </a:lvl3pPr>
            <a:lvl4pPr indent="-228600" lvl="3" marL="1828800" algn="l">
              <a:lnSpc>
                <a:spcPct val="90000"/>
              </a:lnSpc>
              <a:spcBef>
                <a:spcPts val="1200"/>
              </a:spcBef>
              <a:spcAft>
                <a:spcPts val="0"/>
              </a:spcAft>
              <a:buClr>
                <a:srgbClr val="262626"/>
              </a:buClr>
              <a:buSzPts val="1100"/>
              <a:buNone/>
              <a:defRPr sz="1100">
                <a:latin typeface="Quattrocento Sans"/>
                <a:ea typeface="Quattrocento Sans"/>
                <a:cs typeface="Quattrocento Sans"/>
                <a:sym typeface="Quattrocento Sans"/>
              </a:defRPr>
            </a:lvl4pPr>
            <a:lvl5pPr indent="-228600" lvl="4" marL="2286000" algn="l">
              <a:lnSpc>
                <a:spcPct val="90000"/>
              </a:lnSpc>
              <a:spcBef>
                <a:spcPts val="600"/>
              </a:spcBef>
              <a:spcAft>
                <a:spcPts val="0"/>
              </a:spcAft>
              <a:buClr>
                <a:srgbClr val="262626"/>
              </a:buClr>
              <a:buSzPts val="1100"/>
              <a:buNone/>
              <a:defRPr sz="11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42"/>
          <p:cNvSpPr txBox="1"/>
          <p:nvPr>
            <p:ph type="title"/>
          </p:nvPr>
        </p:nvSpPr>
        <p:spPr>
          <a:xfrm>
            <a:off x="555244" y="0"/>
            <a:ext cx="4083304" cy="1926336"/>
          </a:xfrm>
          <a:prstGeom prst="rect">
            <a:avLst/>
          </a:prstGeom>
          <a:noFill/>
          <a:ln>
            <a:noFill/>
          </a:ln>
        </p:spPr>
        <p:txBody>
          <a:bodyPr anchorCtr="0" anchor="t" bIns="45700" lIns="146300" spcFirstLastPara="1" rIns="146300" wrap="square" tIns="420600">
            <a:spAutoFit/>
          </a:bodyPr>
          <a:lstStyle>
            <a:lvl1pPr lvl="0" algn="l">
              <a:lnSpc>
                <a:spcPct val="90000"/>
              </a:lnSpc>
              <a:spcBef>
                <a:spcPts val="0"/>
              </a:spcBef>
              <a:spcAft>
                <a:spcPts val="0"/>
              </a:spcAft>
              <a:buClr>
                <a:schemeClr val="lt1"/>
              </a:buClr>
              <a:buSzPts val="3200"/>
              <a:buFont typeface="Quattrocento Sans"/>
              <a:buNone/>
              <a:defRPr b="0" sz="3200">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42"/>
          <p:cNvSpPr txBox="1"/>
          <p:nvPr>
            <p:ph idx="3" type="body"/>
          </p:nvPr>
        </p:nvSpPr>
        <p:spPr>
          <a:xfrm>
            <a:off x="2661017" y="3436331"/>
            <a:ext cx="2286000" cy="1802032"/>
          </a:xfrm>
          <a:prstGeom prst="rect">
            <a:avLst/>
          </a:prstGeom>
          <a:noFill/>
          <a:ln>
            <a:noFill/>
          </a:ln>
        </p:spPr>
        <p:txBody>
          <a:bodyPr anchorCtr="0" anchor="t" bIns="45700" lIns="182875" spcFirstLastPara="1" rIns="91425" wrap="square" tIns="146300">
            <a:spAutoFit/>
          </a:bodyPr>
          <a:lstStyle>
            <a:lvl1pPr indent="-228600" lvl="0" marL="457200" algn="l">
              <a:lnSpc>
                <a:spcPct val="90000"/>
              </a:lnSpc>
              <a:spcBef>
                <a:spcPts val="1000"/>
              </a:spcBef>
              <a:spcAft>
                <a:spcPts val="0"/>
              </a:spcAft>
              <a:buClr>
                <a:srgbClr val="262626"/>
              </a:buClr>
              <a:buSzPts val="1600"/>
              <a:buNone/>
              <a:defRPr b="1" sz="1600">
                <a:solidFill>
                  <a:srgbClr val="262626"/>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chemeClr val="dk1"/>
              </a:buClr>
              <a:buSzPts val="1400"/>
              <a:buNone/>
              <a:defRPr b="0" sz="1400">
                <a:solidFill>
                  <a:schemeClr val="dk1"/>
                </a:solidFill>
                <a:latin typeface="Quattrocento Sans"/>
                <a:ea typeface="Quattrocento Sans"/>
                <a:cs typeface="Quattrocento Sans"/>
                <a:sym typeface="Quattrocento Sans"/>
              </a:defRPr>
            </a:lvl2pPr>
            <a:lvl3pPr indent="-228600" lvl="2" marL="1371600" algn="l">
              <a:lnSpc>
                <a:spcPct val="90000"/>
              </a:lnSpc>
              <a:spcBef>
                <a:spcPts val="1200"/>
              </a:spcBef>
              <a:spcAft>
                <a:spcPts val="0"/>
              </a:spcAft>
              <a:buClr>
                <a:schemeClr val="dk2"/>
              </a:buClr>
              <a:buSzPts val="1200"/>
              <a:buNone/>
              <a:defRPr b="0" sz="1200">
                <a:latin typeface="Quattrocento Sans"/>
                <a:ea typeface="Quattrocento Sans"/>
                <a:cs typeface="Quattrocento Sans"/>
                <a:sym typeface="Quattrocento Sans"/>
              </a:defRPr>
            </a:lvl3pPr>
            <a:lvl4pPr indent="-228600" lvl="3" marL="1828800" algn="l">
              <a:lnSpc>
                <a:spcPct val="90000"/>
              </a:lnSpc>
              <a:spcBef>
                <a:spcPts val="1200"/>
              </a:spcBef>
              <a:spcAft>
                <a:spcPts val="0"/>
              </a:spcAft>
              <a:buClr>
                <a:srgbClr val="262626"/>
              </a:buClr>
              <a:buSzPts val="1100"/>
              <a:buNone/>
              <a:defRPr b="0" sz="1100">
                <a:latin typeface="Quattrocento Sans"/>
                <a:ea typeface="Quattrocento Sans"/>
                <a:cs typeface="Quattrocento Sans"/>
                <a:sym typeface="Quattrocento Sans"/>
              </a:defRPr>
            </a:lvl4pPr>
            <a:lvl5pPr indent="-228600" lvl="4" marL="2286000" algn="l">
              <a:lnSpc>
                <a:spcPct val="90000"/>
              </a:lnSpc>
              <a:spcBef>
                <a:spcPts val="600"/>
              </a:spcBef>
              <a:spcAft>
                <a:spcPts val="0"/>
              </a:spcAft>
              <a:buClr>
                <a:srgbClr val="262626"/>
              </a:buClr>
              <a:buSzPts val="1100"/>
              <a:buNone/>
              <a:defRPr b="0" sz="11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42"/>
          <p:cNvSpPr txBox="1"/>
          <p:nvPr>
            <p:ph idx="4" type="body"/>
          </p:nvPr>
        </p:nvSpPr>
        <p:spPr>
          <a:xfrm>
            <a:off x="5028347" y="3436331"/>
            <a:ext cx="2286000" cy="1802032"/>
          </a:xfrm>
          <a:prstGeom prst="rect">
            <a:avLst/>
          </a:prstGeom>
          <a:noFill/>
          <a:ln>
            <a:noFill/>
          </a:ln>
        </p:spPr>
        <p:txBody>
          <a:bodyPr anchorCtr="0" anchor="t" bIns="45700" lIns="182875" spcFirstLastPara="1" rIns="91425" wrap="square" tIns="146300">
            <a:spAutoFit/>
          </a:bodyPr>
          <a:lstStyle>
            <a:lvl1pPr indent="-228600" lvl="0" marL="457200" algn="l">
              <a:lnSpc>
                <a:spcPct val="90000"/>
              </a:lnSpc>
              <a:spcBef>
                <a:spcPts val="1000"/>
              </a:spcBef>
              <a:spcAft>
                <a:spcPts val="0"/>
              </a:spcAft>
              <a:buClr>
                <a:srgbClr val="262626"/>
              </a:buClr>
              <a:buSzPts val="1600"/>
              <a:buNone/>
              <a:defRPr b="1" sz="1600">
                <a:solidFill>
                  <a:srgbClr val="262626"/>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chemeClr val="dk1"/>
              </a:buClr>
              <a:buSzPts val="1400"/>
              <a:buNone/>
              <a:defRPr b="0" sz="1400">
                <a:solidFill>
                  <a:schemeClr val="dk1"/>
                </a:solidFill>
                <a:latin typeface="Quattrocento Sans"/>
                <a:ea typeface="Quattrocento Sans"/>
                <a:cs typeface="Quattrocento Sans"/>
                <a:sym typeface="Quattrocento Sans"/>
              </a:defRPr>
            </a:lvl2pPr>
            <a:lvl3pPr indent="-228600" lvl="2" marL="1371600" algn="l">
              <a:lnSpc>
                <a:spcPct val="90000"/>
              </a:lnSpc>
              <a:spcBef>
                <a:spcPts val="1200"/>
              </a:spcBef>
              <a:spcAft>
                <a:spcPts val="0"/>
              </a:spcAft>
              <a:buClr>
                <a:schemeClr val="dk2"/>
              </a:buClr>
              <a:buSzPts val="1200"/>
              <a:buNone/>
              <a:defRPr b="0" sz="1200">
                <a:latin typeface="Quattrocento Sans"/>
                <a:ea typeface="Quattrocento Sans"/>
                <a:cs typeface="Quattrocento Sans"/>
                <a:sym typeface="Quattrocento Sans"/>
              </a:defRPr>
            </a:lvl3pPr>
            <a:lvl4pPr indent="-228600" lvl="3" marL="1828800" algn="l">
              <a:lnSpc>
                <a:spcPct val="90000"/>
              </a:lnSpc>
              <a:spcBef>
                <a:spcPts val="1200"/>
              </a:spcBef>
              <a:spcAft>
                <a:spcPts val="0"/>
              </a:spcAft>
              <a:buClr>
                <a:srgbClr val="262626"/>
              </a:buClr>
              <a:buSzPts val="1100"/>
              <a:buNone/>
              <a:defRPr b="0" sz="1100">
                <a:latin typeface="Quattrocento Sans"/>
                <a:ea typeface="Quattrocento Sans"/>
                <a:cs typeface="Quattrocento Sans"/>
                <a:sym typeface="Quattrocento Sans"/>
              </a:defRPr>
            </a:lvl4pPr>
            <a:lvl5pPr indent="-228600" lvl="4" marL="2286000" algn="l">
              <a:lnSpc>
                <a:spcPct val="90000"/>
              </a:lnSpc>
              <a:spcBef>
                <a:spcPts val="600"/>
              </a:spcBef>
              <a:spcAft>
                <a:spcPts val="0"/>
              </a:spcAft>
              <a:buClr>
                <a:srgbClr val="262626"/>
              </a:buClr>
              <a:buSzPts val="1100"/>
              <a:buNone/>
              <a:defRPr b="0" sz="11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42"/>
          <p:cNvSpPr txBox="1"/>
          <p:nvPr>
            <p:ph idx="5" type="body"/>
          </p:nvPr>
        </p:nvSpPr>
        <p:spPr>
          <a:xfrm>
            <a:off x="7395677" y="3436331"/>
            <a:ext cx="2286000" cy="1802032"/>
          </a:xfrm>
          <a:prstGeom prst="rect">
            <a:avLst/>
          </a:prstGeom>
          <a:noFill/>
          <a:ln>
            <a:noFill/>
          </a:ln>
        </p:spPr>
        <p:txBody>
          <a:bodyPr anchorCtr="0" anchor="t" bIns="45700" lIns="182875" spcFirstLastPara="1" rIns="91425" wrap="square" tIns="146300">
            <a:spAutoFit/>
          </a:bodyPr>
          <a:lstStyle>
            <a:lvl1pPr indent="-228600" lvl="0" marL="457200" algn="l">
              <a:lnSpc>
                <a:spcPct val="90000"/>
              </a:lnSpc>
              <a:spcBef>
                <a:spcPts val="1000"/>
              </a:spcBef>
              <a:spcAft>
                <a:spcPts val="0"/>
              </a:spcAft>
              <a:buClr>
                <a:srgbClr val="262626"/>
              </a:buClr>
              <a:buSzPts val="1600"/>
              <a:buNone/>
              <a:defRPr b="1" sz="1600">
                <a:solidFill>
                  <a:srgbClr val="262626"/>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chemeClr val="dk1"/>
              </a:buClr>
              <a:buSzPts val="1400"/>
              <a:buNone/>
              <a:defRPr b="0" sz="1400">
                <a:solidFill>
                  <a:schemeClr val="dk1"/>
                </a:solidFill>
                <a:latin typeface="Quattrocento Sans"/>
                <a:ea typeface="Quattrocento Sans"/>
                <a:cs typeface="Quattrocento Sans"/>
                <a:sym typeface="Quattrocento Sans"/>
              </a:defRPr>
            </a:lvl2pPr>
            <a:lvl3pPr indent="-228600" lvl="2" marL="1371600" algn="l">
              <a:lnSpc>
                <a:spcPct val="90000"/>
              </a:lnSpc>
              <a:spcBef>
                <a:spcPts val="1200"/>
              </a:spcBef>
              <a:spcAft>
                <a:spcPts val="0"/>
              </a:spcAft>
              <a:buClr>
                <a:schemeClr val="dk2"/>
              </a:buClr>
              <a:buSzPts val="1200"/>
              <a:buNone/>
              <a:defRPr b="0" sz="1200">
                <a:latin typeface="Quattrocento Sans"/>
                <a:ea typeface="Quattrocento Sans"/>
                <a:cs typeface="Quattrocento Sans"/>
                <a:sym typeface="Quattrocento Sans"/>
              </a:defRPr>
            </a:lvl3pPr>
            <a:lvl4pPr indent="-228600" lvl="3" marL="1828800" algn="l">
              <a:lnSpc>
                <a:spcPct val="90000"/>
              </a:lnSpc>
              <a:spcBef>
                <a:spcPts val="1200"/>
              </a:spcBef>
              <a:spcAft>
                <a:spcPts val="0"/>
              </a:spcAft>
              <a:buClr>
                <a:srgbClr val="262626"/>
              </a:buClr>
              <a:buSzPts val="1100"/>
              <a:buNone/>
              <a:defRPr b="0" sz="1100">
                <a:latin typeface="Quattrocento Sans"/>
                <a:ea typeface="Quattrocento Sans"/>
                <a:cs typeface="Quattrocento Sans"/>
                <a:sym typeface="Quattrocento Sans"/>
              </a:defRPr>
            </a:lvl4pPr>
            <a:lvl5pPr indent="-228600" lvl="4" marL="2286000" algn="l">
              <a:lnSpc>
                <a:spcPct val="90000"/>
              </a:lnSpc>
              <a:spcBef>
                <a:spcPts val="600"/>
              </a:spcBef>
              <a:spcAft>
                <a:spcPts val="0"/>
              </a:spcAft>
              <a:buClr>
                <a:srgbClr val="262626"/>
              </a:buClr>
              <a:buSzPts val="1100"/>
              <a:buNone/>
              <a:defRPr b="0" sz="11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42"/>
          <p:cNvSpPr txBox="1"/>
          <p:nvPr>
            <p:ph idx="6" type="body"/>
          </p:nvPr>
        </p:nvSpPr>
        <p:spPr>
          <a:xfrm>
            <a:off x="9763006" y="3436331"/>
            <a:ext cx="2286000" cy="1802032"/>
          </a:xfrm>
          <a:prstGeom prst="rect">
            <a:avLst/>
          </a:prstGeom>
          <a:noFill/>
          <a:ln>
            <a:noFill/>
          </a:ln>
        </p:spPr>
        <p:txBody>
          <a:bodyPr anchorCtr="0" anchor="t" bIns="45700" lIns="182875" spcFirstLastPara="1" rIns="91425" wrap="square" tIns="146300">
            <a:spAutoFit/>
          </a:bodyPr>
          <a:lstStyle>
            <a:lvl1pPr indent="-228600" lvl="0" marL="457200" algn="l">
              <a:lnSpc>
                <a:spcPct val="90000"/>
              </a:lnSpc>
              <a:spcBef>
                <a:spcPts val="1000"/>
              </a:spcBef>
              <a:spcAft>
                <a:spcPts val="0"/>
              </a:spcAft>
              <a:buClr>
                <a:srgbClr val="262626"/>
              </a:buClr>
              <a:buSzPts val="1600"/>
              <a:buNone/>
              <a:defRPr b="1" sz="1600">
                <a:solidFill>
                  <a:srgbClr val="262626"/>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chemeClr val="dk1"/>
              </a:buClr>
              <a:buSzPts val="1400"/>
              <a:buNone/>
              <a:defRPr b="0" sz="1400">
                <a:solidFill>
                  <a:schemeClr val="dk1"/>
                </a:solidFill>
                <a:latin typeface="Quattrocento Sans"/>
                <a:ea typeface="Quattrocento Sans"/>
                <a:cs typeface="Quattrocento Sans"/>
                <a:sym typeface="Quattrocento Sans"/>
              </a:defRPr>
            </a:lvl2pPr>
            <a:lvl3pPr indent="-228600" lvl="2" marL="1371600" algn="l">
              <a:lnSpc>
                <a:spcPct val="90000"/>
              </a:lnSpc>
              <a:spcBef>
                <a:spcPts val="1200"/>
              </a:spcBef>
              <a:spcAft>
                <a:spcPts val="0"/>
              </a:spcAft>
              <a:buClr>
                <a:schemeClr val="dk2"/>
              </a:buClr>
              <a:buSzPts val="1200"/>
              <a:buNone/>
              <a:defRPr b="0" sz="1200">
                <a:latin typeface="Quattrocento Sans"/>
                <a:ea typeface="Quattrocento Sans"/>
                <a:cs typeface="Quattrocento Sans"/>
                <a:sym typeface="Quattrocento Sans"/>
              </a:defRPr>
            </a:lvl3pPr>
            <a:lvl4pPr indent="-228600" lvl="3" marL="1828800" algn="l">
              <a:lnSpc>
                <a:spcPct val="90000"/>
              </a:lnSpc>
              <a:spcBef>
                <a:spcPts val="1200"/>
              </a:spcBef>
              <a:spcAft>
                <a:spcPts val="0"/>
              </a:spcAft>
              <a:buClr>
                <a:srgbClr val="262626"/>
              </a:buClr>
              <a:buSzPts val="1100"/>
              <a:buNone/>
              <a:defRPr b="0" sz="1100">
                <a:latin typeface="Quattrocento Sans"/>
                <a:ea typeface="Quattrocento Sans"/>
                <a:cs typeface="Quattrocento Sans"/>
                <a:sym typeface="Quattrocento Sans"/>
              </a:defRPr>
            </a:lvl4pPr>
            <a:lvl5pPr indent="-228600" lvl="4" marL="2286000" algn="l">
              <a:lnSpc>
                <a:spcPct val="90000"/>
              </a:lnSpc>
              <a:spcBef>
                <a:spcPts val="600"/>
              </a:spcBef>
              <a:spcAft>
                <a:spcPts val="0"/>
              </a:spcAft>
              <a:buClr>
                <a:srgbClr val="262626"/>
              </a:buClr>
              <a:buSzPts val="1100"/>
              <a:buNone/>
              <a:defRPr b="0" sz="11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42"/>
          <p:cNvSpPr txBox="1"/>
          <p:nvPr>
            <p:ph idx="12" type="sldNum"/>
          </p:nvPr>
        </p:nvSpPr>
        <p:spPr>
          <a:xfrm>
            <a:off x="11668594" y="6484937"/>
            <a:ext cx="52340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Quattrocento Sans"/>
                <a:ea typeface="Quattrocento Sans"/>
                <a:cs typeface="Quattrocento Sans"/>
                <a:sym typeface="Quattrocento Sans"/>
              </a:defRPr>
            </a:lvl1pPr>
            <a:lvl2pPr indent="0" lvl="1" marL="0" algn="r">
              <a:spcBef>
                <a:spcPts val="0"/>
              </a:spcBef>
              <a:buNone/>
              <a:defRPr sz="1200">
                <a:solidFill>
                  <a:schemeClr val="dk2"/>
                </a:solidFill>
                <a:latin typeface="Quattrocento Sans"/>
                <a:ea typeface="Quattrocento Sans"/>
                <a:cs typeface="Quattrocento Sans"/>
                <a:sym typeface="Quattrocento Sans"/>
              </a:defRPr>
            </a:lvl2pPr>
            <a:lvl3pPr indent="0" lvl="2" marL="0" algn="r">
              <a:spcBef>
                <a:spcPts val="0"/>
              </a:spcBef>
              <a:buNone/>
              <a:defRPr sz="1200">
                <a:solidFill>
                  <a:schemeClr val="dk2"/>
                </a:solidFill>
                <a:latin typeface="Quattrocento Sans"/>
                <a:ea typeface="Quattrocento Sans"/>
                <a:cs typeface="Quattrocento Sans"/>
                <a:sym typeface="Quattrocento Sans"/>
              </a:defRPr>
            </a:lvl3pPr>
            <a:lvl4pPr indent="0" lvl="3" marL="0" algn="r">
              <a:spcBef>
                <a:spcPts val="0"/>
              </a:spcBef>
              <a:buNone/>
              <a:defRPr sz="1200">
                <a:solidFill>
                  <a:schemeClr val="dk2"/>
                </a:solidFill>
                <a:latin typeface="Quattrocento Sans"/>
                <a:ea typeface="Quattrocento Sans"/>
                <a:cs typeface="Quattrocento Sans"/>
                <a:sym typeface="Quattrocento Sans"/>
              </a:defRPr>
            </a:lvl4pPr>
            <a:lvl5pPr indent="0" lvl="4" marL="0" algn="r">
              <a:spcBef>
                <a:spcPts val="0"/>
              </a:spcBef>
              <a:buNone/>
              <a:defRPr sz="1200">
                <a:solidFill>
                  <a:schemeClr val="dk2"/>
                </a:solidFill>
                <a:latin typeface="Quattrocento Sans"/>
                <a:ea typeface="Quattrocento Sans"/>
                <a:cs typeface="Quattrocento Sans"/>
                <a:sym typeface="Quattrocento Sans"/>
              </a:defRPr>
            </a:lvl5pPr>
            <a:lvl6pPr indent="0" lvl="5" marL="0" algn="r">
              <a:spcBef>
                <a:spcPts val="0"/>
              </a:spcBef>
              <a:buNone/>
              <a:defRPr sz="1200">
                <a:solidFill>
                  <a:schemeClr val="dk2"/>
                </a:solidFill>
                <a:latin typeface="Quattrocento Sans"/>
                <a:ea typeface="Quattrocento Sans"/>
                <a:cs typeface="Quattrocento Sans"/>
                <a:sym typeface="Quattrocento Sans"/>
              </a:defRPr>
            </a:lvl6pPr>
            <a:lvl7pPr indent="0" lvl="6" marL="0" algn="r">
              <a:spcBef>
                <a:spcPts val="0"/>
              </a:spcBef>
              <a:buNone/>
              <a:defRPr sz="1200">
                <a:solidFill>
                  <a:schemeClr val="dk2"/>
                </a:solidFill>
                <a:latin typeface="Quattrocento Sans"/>
                <a:ea typeface="Quattrocento Sans"/>
                <a:cs typeface="Quattrocento Sans"/>
                <a:sym typeface="Quattrocento Sans"/>
              </a:defRPr>
            </a:lvl7pPr>
            <a:lvl8pPr indent="0" lvl="7" marL="0" algn="r">
              <a:spcBef>
                <a:spcPts val="0"/>
              </a:spcBef>
              <a:buNone/>
              <a:defRPr sz="1200">
                <a:solidFill>
                  <a:schemeClr val="dk2"/>
                </a:solidFill>
                <a:latin typeface="Quattrocento Sans"/>
                <a:ea typeface="Quattrocento Sans"/>
                <a:cs typeface="Quattrocento Sans"/>
                <a:sym typeface="Quattrocento Sans"/>
              </a:defRPr>
            </a:lvl8pPr>
            <a:lvl9pPr indent="0" lvl="8" marL="0" algn="r">
              <a:spcBef>
                <a:spcPts val="0"/>
              </a:spcBef>
              <a:buNone/>
              <a:defRPr sz="1200">
                <a:solidFill>
                  <a:schemeClr val="dk2"/>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500"/>
                                        <p:tgtEl>
                                          <p:spTgt spid="1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500"/>
                                        <p:tgtEl>
                                          <p:spTgt spid="1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500"/>
                                        <p:tgtEl>
                                          <p:spTgt spid="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500"/>
                                        <p:tgtEl>
                                          <p:spTgt spid="1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5 Pillars smaller text">
  <p:cSld name="2_Title,  5 Pillars smaller text">
    <p:spTree>
      <p:nvGrpSpPr>
        <p:cNvPr id="111" name="Shape 111"/>
        <p:cNvGrpSpPr/>
        <p:nvPr/>
      </p:nvGrpSpPr>
      <p:grpSpPr>
        <a:xfrm>
          <a:off x="0" y="0"/>
          <a:ext cx="0" cy="0"/>
          <a:chOff x="0" y="0"/>
          <a:chExt cx="0" cy="0"/>
        </a:xfrm>
      </p:grpSpPr>
      <p:sp>
        <p:nvSpPr>
          <p:cNvPr id="112" name="Google Shape;112;p43"/>
          <p:cNvSpPr/>
          <p:nvPr/>
        </p:nvSpPr>
        <p:spPr>
          <a:xfrm>
            <a:off x="0" y="0"/>
            <a:ext cx="12192000" cy="12143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13" name="Google Shape;113;p43"/>
          <p:cNvSpPr txBox="1"/>
          <p:nvPr>
            <p:ph idx="1" type="body"/>
          </p:nvPr>
        </p:nvSpPr>
        <p:spPr>
          <a:xfrm>
            <a:off x="68658" y="3493674"/>
            <a:ext cx="2377440" cy="2226763"/>
          </a:xfrm>
          <a:prstGeom prst="rect">
            <a:avLst/>
          </a:prstGeom>
          <a:noFill/>
          <a:ln>
            <a:noFill/>
          </a:ln>
        </p:spPr>
        <p:txBody>
          <a:bodyPr anchorCtr="0" anchor="t" bIns="45700" lIns="146300" spcFirstLastPara="1" rIns="146300" wrap="square" tIns="45700">
            <a:spAutoFit/>
          </a:bodyPr>
          <a:lstStyle>
            <a:lvl1pPr indent="-228600" lvl="0" marL="457200" algn="ctr">
              <a:lnSpc>
                <a:spcPct val="90000"/>
              </a:lnSpc>
              <a:spcBef>
                <a:spcPts val="1000"/>
              </a:spcBef>
              <a:spcAft>
                <a:spcPts val="0"/>
              </a:spcAft>
              <a:buClr>
                <a:schemeClr val="dk2"/>
              </a:buClr>
              <a:buSzPts val="2200"/>
              <a:buNone/>
              <a:defRPr sz="2200">
                <a:solidFill>
                  <a:schemeClr val="dk2"/>
                </a:solidFill>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3F3F3F"/>
              </a:buClr>
              <a:buSzPts val="2200"/>
              <a:buNone/>
              <a:defRPr sz="2200">
                <a:solidFill>
                  <a:srgbClr val="3F3F3F"/>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1800"/>
              <a:buNone/>
              <a:defRPr sz="1800"/>
            </a:lvl3pPr>
            <a:lvl4pPr indent="-228600" lvl="3" marL="1828800" algn="ctr">
              <a:lnSpc>
                <a:spcPct val="90000"/>
              </a:lnSpc>
              <a:spcBef>
                <a:spcPts val="1200"/>
              </a:spcBef>
              <a:spcAft>
                <a:spcPts val="0"/>
              </a:spcAft>
              <a:buClr>
                <a:srgbClr val="262626"/>
              </a:buClr>
              <a:buSzPts val="1800"/>
              <a:buNone/>
              <a:defRPr sz="1800">
                <a:latin typeface="Quattrocento Sans"/>
                <a:ea typeface="Quattrocento Sans"/>
                <a:cs typeface="Quattrocento Sans"/>
                <a:sym typeface="Quattrocento Sans"/>
              </a:defRPr>
            </a:lvl4pPr>
            <a:lvl5pPr indent="-228600" lvl="4" marL="2286000" algn="ctr">
              <a:lnSpc>
                <a:spcPct val="90000"/>
              </a:lnSpc>
              <a:spcBef>
                <a:spcPts val="600"/>
              </a:spcBef>
              <a:spcAft>
                <a:spcPts val="0"/>
              </a:spcAft>
              <a:buClr>
                <a:srgbClr val="262626"/>
              </a:buClr>
              <a:buSzPts val="1600"/>
              <a:buNone/>
              <a:defRPr sz="16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43"/>
          <p:cNvSpPr txBox="1"/>
          <p:nvPr>
            <p:ph idx="12" type="sldNum"/>
          </p:nvPr>
        </p:nvSpPr>
        <p:spPr>
          <a:xfrm>
            <a:off x="11747687" y="6465381"/>
            <a:ext cx="4314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5" name="Google Shape;115;p43"/>
          <p:cNvSpPr txBox="1"/>
          <p:nvPr>
            <p:ph idx="2" type="body"/>
          </p:nvPr>
        </p:nvSpPr>
        <p:spPr>
          <a:xfrm>
            <a:off x="2483635" y="3493674"/>
            <a:ext cx="2377440" cy="2226763"/>
          </a:xfrm>
          <a:prstGeom prst="rect">
            <a:avLst/>
          </a:prstGeom>
          <a:noFill/>
          <a:ln>
            <a:noFill/>
          </a:ln>
        </p:spPr>
        <p:txBody>
          <a:bodyPr anchorCtr="0" anchor="t" bIns="45700" lIns="146300" spcFirstLastPara="1" rIns="146300" wrap="square" tIns="45700">
            <a:spAutoFit/>
          </a:bodyPr>
          <a:lstStyle>
            <a:lvl1pPr indent="-228600" lvl="0" marL="457200" algn="ctr">
              <a:lnSpc>
                <a:spcPct val="90000"/>
              </a:lnSpc>
              <a:spcBef>
                <a:spcPts val="1000"/>
              </a:spcBef>
              <a:spcAft>
                <a:spcPts val="0"/>
              </a:spcAft>
              <a:buClr>
                <a:schemeClr val="dk2"/>
              </a:buClr>
              <a:buSzPts val="2200"/>
              <a:buNone/>
              <a:defRPr sz="2200">
                <a:solidFill>
                  <a:schemeClr val="dk2"/>
                </a:solidFill>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3F3F3F"/>
              </a:buClr>
              <a:buSzPts val="2200"/>
              <a:buNone/>
              <a:defRPr sz="2200">
                <a:solidFill>
                  <a:srgbClr val="3F3F3F"/>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1800"/>
              <a:buNone/>
              <a:defRPr sz="1800"/>
            </a:lvl3pPr>
            <a:lvl4pPr indent="-228600" lvl="3" marL="1828800" algn="ctr">
              <a:lnSpc>
                <a:spcPct val="90000"/>
              </a:lnSpc>
              <a:spcBef>
                <a:spcPts val="1200"/>
              </a:spcBef>
              <a:spcAft>
                <a:spcPts val="0"/>
              </a:spcAft>
              <a:buClr>
                <a:srgbClr val="262626"/>
              </a:buClr>
              <a:buSzPts val="1800"/>
              <a:buNone/>
              <a:defRPr sz="1800">
                <a:latin typeface="Quattrocento Sans"/>
                <a:ea typeface="Quattrocento Sans"/>
                <a:cs typeface="Quattrocento Sans"/>
                <a:sym typeface="Quattrocento Sans"/>
              </a:defRPr>
            </a:lvl4pPr>
            <a:lvl5pPr indent="-228600" lvl="4" marL="2286000" algn="ctr">
              <a:lnSpc>
                <a:spcPct val="90000"/>
              </a:lnSpc>
              <a:spcBef>
                <a:spcPts val="600"/>
              </a:spcBef>
              <a:spcAft>
                <a:spcPts val="0"/>
              </a:spcAft>
              <a:buClr>
                <a:srgbClr val="262626"/>
              </a:buClr>
              <a:buSzPts val="1600"/>
              <a:buNone/>
              <a:defRPr sz="16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43"/>
          <p:cNvSpPr txBox="1"/>
          <p:nvPr>
            <p:ph idx="3" type="body"/>
          </p:nvPr>
        </p:nvSpPr>
        <p:spPr>
          <a:xfrm>
            <a:off x="4898612" y="3493674"/>
            <a:ext cx="2377440" cy="2226763"/>
          </a:xfrm>
          <a:prstGeom prst="rect">
            <a:avLst/>
          </a:prstGeom>
          <a:noFill/>
          <a:ln>
            <a:noFill/>
          </a:ln>
        </p:spPr>
        <p:txBody>
          <a:bodyPr anchorCtr="0" anchor="t" bIns="45700" lIns="146300" spcFirstLastPara="1" rIns="146300" wrap="square" tIns="45700">
            <a:spAutoFit/>
          </a:bodyPr>
          <a:lstStyle>
            <a:lvl1pPr indent="-228600" lvl="0" marL="457200" algn="ctr">
              <a:lnSpc>
                <a:spcPct val="90000"/>
              </a:lnSpc>
              <a:spcBef>
                <a:spcPts val="1000"/>
              </a:spcBef>
              <a:spcAft>
                <a:spcPts val="0"/>
              </a:spcAft>
              <a:buClr>
                <a:schemeClr val="dk2"/>
              </a:buClr>
              <a:buSzPts val="2200"/>
              <a:buNone/>
              <a:defRPr sz="2200">
                <a:solidFill>
                  <a:schemeClr val="dk2"/>
                </a:solidFill>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3F3F3F"/>
              </a:buClr>
              <a:buSzPts val="2200"/>
              <a:buNone/>
              <a:defRPr sz="2200">
                <a:solidFill>
                  <a:srgbClr val="3F3F3F"/>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1800"/>
              <a:buNone/>
              <a:defRPr sz="1800"/>
            </a:lvl3pPr>
            <a:lvl4pPr indent="-228600" lvl="3" marL="1828800" algn="ctr">
              <a:lnSpc>
                <a:spcPct val="90000"/>
              </a:lnSpc>
              <a:spcBef>
                <a:spcPts val="1200"/>
              </a:spcBef>
              <a:spcAft>
                <a:spcPts val="0"/>
              </a:spcAft>
              <a:buClr>
                <a:srgbClr val="262626"/>
              </a:buClr>
              <a:buSzPts val="1800"/>
              <a:buNone/>
              <a:defRPr sz="1800">
                <a:latin typeface="Quattrocento Sans"/>
                <a:ea typeface="Quattrocento Sans"/>
                <a:cs typeface="Quattrocento Sans"/>
                <a:sym typeface="Quattrocento Sans"/>
              </a:defRPr>
            </a:lvl4pPr>
            <a:lvl5pPr indent="-228600" lvl="4" marL="2286000" algn="ctr">
              <a:lnSpc>
                <a:spcPct val="90000"/>
              </a:lnSpc>
              <a:spcBef>
                <a:spcPts val="600"/>
              </a:spcBef>
              <a:spcAft>
                <a:spcPts val="0"/>
              </a:spcAft>
              <a:buClr>
                <a:srgbClr val="262626"/>
              </a:buClr>
              <a:buSzPts val="1600"/>
              <a:buNone/>
              <a:defRPr sz="16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43"/>
          <p:cNvSpPr txBox="1"/>
          <p:nvPr>
            <p:ph idx="4" type="body"/>
          </p:nvPr>
        </p:nvSpPr>
        <p:spPr>
          <a:xfrm>
            <a:off x="7313589" y="3493674"/>
            <a:ext cx="2377440" cy="2226763"/>
          </a:xfrm>
          <a:prstGeom prst="rect">
            <a:avLst/>
          </a:prstGeom>
          <a:noFill/>
          <a:ln>
            <a:noFill/>
          </a:ln>
        </p:spPr>
        <p:txBody>
          <a:bodyPr anchorCtr="0" anchor="t" bIns="45700" lIns="146300" spcFirstLastPara="1" rIns="146300" wrap="square" tIns="45700">
            <a:spAutoFit/>
          </a:bodyPr>
          <a:lstStyle>
            <a:lvl1pPr indent="-228600" lvl="0" marL="457200" algn="ctr">
              <a:lnSpc>
                <a:spcPct val="90000"/>
              </a:lnSpc>
              <a:spcBef>
                <a:spcPts val="1000"/>
              </a:spcBef>
              <a:spcAft>
                <a:spcPts val="0"/>
              </a:spcAft>
              <a:buClr>
                <a:schemeClr val="dk2"/>
              </a:buClr>
              <a:buSzPts val="2200"/>
              <a:buNone/>
              <a:defRPr sz="2200">
                <a:solidFill>
                  <a:schemeClr val="dk2"/>
                </a:solidFill>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3F3F3F"/>
              </a:buClr>
              <a:buSzPts val="2200"/>
              <a:buNone/>
              <a:defRPr sz="2200">
                <a:solidFill>
                  <a:srgbClr val="3F3F3F"/>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1800"/>
              <a:buNone/>
              <a:defRPr sz="1800"/>
            </a:lvl3pPr>
            <a:lvl4pPr indent="-228600" lvl="3" marL="1828800" algn="ctr">
              <a:lnSpc>
                <a:spcPct val="90000"/>
              </a:lnSpc>
              <a:spcBef>
                <a:spcPts val="1200"/>
              </a:spcBef>
              <a:spcAft>
                <a:spcPts val="0"/>
              </a:spcAft>
              <a:buClr>
                <a:srgbClr val="262626"/>
              </a:buClr>
              <a:buSzPts val="1800"/>
              <a:buNone/>
              <a:defRPr sz="1800">
                <a:latin typeface="Quattrocento Sans"/>
                <a:ea typeface="Quattrocento Sans"/>
                <a:cs typeface="Quattrocento Sans"/>
                <a:sym typeface="Quattrocento Sans"/>
              </a:defRPr>
            </a:lvl4pPr>
            <a:lvl5pPr indent="-228600" lvl="4" marL="2286000" algn="ctr">
              <a:lnSpc>
                <a:spcPct val="90000"/>
              </a:lnSpc>
              <a:spcBef>
                <a:spcPts val="600"/>
              </a:spcBef>
              <a:spcAft>
                <a:spcPts val="0"/>
              </a:spcAft>
              <a:buClr>
                <a:srgbClr val="262626"/>
              </a:buClr>
              <a:buSzPts val="1600"/>
              <a:buNone/>
              <a:defRPr sz="16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43"/>
          <p:cNvSpPr txBox="1"/>
          <p:nvPr>
            <p:ph idx="5" type="body"/>
          </p:nvPr>
        </p:nvSpPr>
        <p:spPr>
          <a:xfrm>
            <a:off x="9728566" y="3493674"/>
            <a:ext cx="2377440" cy="2226763"/>
          </a:xfrm>
          <a:prstGeom prst="rect">
            <a:avLst/>
          </a:prstGeom>
          <a:noFill/>
          <a:ln>
            <a:noFill/>
          </a:ln>
        </p:spPr>
        <p:txBody>
          <a:bodyPr anchorCtr="0" anchor="t" bIns="45700" lIns="146300" spcFirstLastPara="1" rIns="146300" wrap="square" tIns="45700">
            <a:spAutoFit/>
          </a:bodyPr>
          <a:lstStyle>
            <a:lvl1pPr indent="-228600" lvl="0" marL="457200" algn="ctr">
              <a:lnSpc>
                <a:spcPct val="90000"/>
              </a:lnSpc>
              <a:spcBef>
                <a:spcPts val="1000"/>
              </a:spcBef>
              <a:spcAft>
                <a:spcPts val="0"/>
              </a:spcAft>
              <a:buClr>
                <a:schemeClr val="dk2"/>
              </a:buClr>
              <a:buSzPts val="2200"/>
              <a:buNone/>
              <a:defRPr sz="2200">
                <a:solidFill>
                  <a:schemeClr val="dk2"/>
                </a:solidFill>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3F3F3F"/>
              </a:buClr>
              <a:buSzPts val="2200"/>
              <a:buNone/>
              <a:defRPr sz="2200">
                <a:solidFill>
                  <a:srgbClr val="3F3F3F"/>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1800"/>
              <a:buNone/>
              <a:defRPr sz="1800"/>
            </a:lvl3pPr>
            <a:lvl4pPr indent="-228600" lvl="3" marL="1828800" algn="ctr">
              <a:lnSpc>
                <a:spcPct val="90000"/>
              </a:lnSpc>
              <a:spcBef>
                <a:spcPts val="1200"/>
              </a:spcBef>
              <a:spcAft>
                <a:spcPts val="0"/>
              </a:spcAft>
              <a:buClr>
                <a:srgbClr val="262626"/>
              </a:buClr>
              <a:buSzPts val="1800"/>
              <a:buNone/>
              <a:defRPr sz="1800">
                <a:latin typeface="Quattrocento Sans"/>
                <a:ea typeface="Quattrocento Sans"/>
                <a:cs typeface="Quattrocento Sans"/>
                <a:sym typeface="Quattrocento Sans"/>
              </a:defRPr>
            </a:lvl4pPr>
            <a:lvl5pPr indent="-228600" lvl="4" marL="2286000" algn="ctr">
              <a:lnSpc>
                <a:spcPct val="90000"/>
              </a:lnSpc>
              <a:spcBef>
                <a:spcPts val="600"/>
              </a:spcBef>
              <a:spcAft>
                <a:spcPts val="0"/>
              </a:spcAft>
              <a:buClr>
                <a:srgbClr val="262626"/>
              </a:buClr>
              <a:buSzPts val="1600"/>
              <a:buNone/>
              <a:defRPr sz="16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43"/>
          <p:cNvSpPr/>
          <p:nvPr/>
        </p:nvSpPr>
        <p:spPr>
          <a:xfrm>
            <a:off x="297258" y="3382066"/>
            <a:ext cx="1920240" cy="18288"/>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20" name="Google Shape;120;p43"/>
          <p:cNvSpPr/>
          <p:nvPr/>
        </p:nvSpPr>
        <p:spPr>
          <a:xfrm>
            <a:off x="2712235" y="3382066"/>
            <a:ext cx="1920240" cy="18288"/>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21" name="Google Shape;121;p43"/>
          <p:cNvSpPr/>
          <p:nvPr/>
        </p:nvSpPr>
        <p:spPr>
          <a:xfrm>
            <a:off x="7542189" y="3382066"/>
            <a:ext cx="1920240" cy="18288"/>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22" name="Google Shape;122;p43"/>
          <p:cNvSpPr/>
          <p:nvPr/>
        </p:nvSpPr>
        <p:spPr>
          <a:xfrm>
            <a:off x="9957166" y="3382066"/>
            <a:ext cx="1920240" cy="18288"/>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23" name="Google Shape;123;p43"/>
          <p:cNvSpPr/>
          <p:nvPr/>
        </p:nvSpPr>
        <p:spPr>
          <a:xfrm>
            <a:off x="5127212" y="3382066"/>
            <a:ext cx="1920240" cy="18288"/>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24" name="Google Shape;124;p43"/>
          <p:cNvSpPr txBox="1"/>
          <p:nvPr>
            <p:ph idx="6" type="body"/>
          </p:nvPr>
        </p:nvSpPr>
        <p:spPr>
          <a:xfrm>
            <a:off x="0" y="470361"/>
            <a:ext cx="12192000" cy="535531"/>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1000"/>
              </a:spcBef>
              <a:spcAft>
                <a:spcPts val="0"/>
              </a:spcAft>
              <a:buClr>
                <a:srgbClr val="262626"/>
              </a:buClr>
              <a:buSzPts val="3200"/>
              <a:buFont typeface="Arial"/>
              <a:buNone/>
              <a:defRPr b="0" sz="3200">
                <a:solidFill>
                  <a:srgbClr val="262626"/>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rgbClr val="595959"/>
              </a:buClr>
              <a:buSzPts val="1800"/>
              <a:buNone/>
              <a:defRPr/>
            </a:lvl2pPr>
            <a:lvl3pPr indent="-228600" lvl="2" marL="1371600" algn="l">
              <a:lnSpc>
                <a:spcPct val="90000"/>
              </a:lnSpc>
              <a:spcBef>
                <a:spcPts val="1200"/>
              </a:spcBef>
              <a:spcAft>
                <a:spcPts val="0"/>
              </a:spcAft>
              <a:buClr>
                <a:schemeClr val="dk2"/>
              </a:buClr>
              <a:buSzPts val="1800"/>
              <a:buNone/>
              <a:defRPr/>
            </a:lvl3pPr>
            <a:lvl4pPr indent="-228600" lvl="3" marL="1828800" algn="l">
              <a:lnSpc>
                <a:spcPct val="90000"/>
              </a:lnSpc>
              <a:spcBef>
                <a:spcPts val="1200"/>
              </a:spcBef>
              <a:spcAft>
                <a:spcPts val="0"/>
              </a:spcAft>
              <a:buClr>
                <a:srgbClr val="262626"/>
              </a:buClr>
              <a:buSzPts val="1800"/>
              <a:buNone/>
              <a:defRPr/>
            </a:lvl4pPr>
            <a:lvl5pPr indent="-228600" lvl="4" marL="2286000" algn="l">
              <a:lnSpc>
                <a:spcPct val="90000"/>
              </a:lnSpc>
              <a:spcBef>
                <a:spcPts val="600"/>
              </a:spcBef>
              <a:spcAft>
                <a:spcPts val="0"/>
              </a:spcAft>
              <a:buClr>
                <a:srgbClr val="262626"/>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43"/>
          <p:cNvSpPr txBox="1"/>
          <p:nvPr>
            <p:ph idx="7" type="body"/>
          </p:nvPr>
        </p:nvSpPr>
        <p:spPr>
          <a:xfrm>
            <a:off x="68658" y="2577396"/>
            <a:ext cx="2377440" cy="840230"/>
          </a:xfrm>
          <a:prstGeom prst="rect">
            <a:avLst/>
          </a:prstGeom>
          <a:noFill/>
          <a:ln>
            <a:noFill/>
          </a:ln>
        </p:spPr>
        <p:txBody>
          <a:bodyPr anchorCtr="0" anchor="t" bIns="45700" lIns="146300" spcFirstLastPara="1" rIns="146300" wrap="square" tIns="45700">
            <a:spAutoFit/>
          </a:bodyPr>
          <a:lstStyle>
            <a:lvl1pPr indent="-228600" lvl="0" marL="457200" algn="ctr">
              <a:lnSpc>
                <a:spcPct val="90000"/>
              </a:lnSpc>
              <a:spcBef>
                <a:spcPts val="1000"/>
              </a:spcBef>
              <a:spcAft>
                <a:spcPts val="0"/>
              </a:spcAft>
              <a:buClr>
                <a:schemeClr val="dk1"/>
              </a:buClr>
              <a:buSzPts val="5400"/>
              <a:buNone/>
              <a:defRPr sz="5400">
                <a:solidFill>
                  <a:schemeClr val="dk1"/>
                </a:solidFill>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3F3F3F"/>
              </a:buClr>
              <a:buSzPts val="2200"/>
              <a:buNone/>
              <a:defRPr sz="2200">
                <a:solidFill>
                  <a:srgbClr val="3F3F3F"/>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1800"/>
              <a:buNone/>
              <a:defRPr sz="1800"/>
            </a:lvl3pPr>
            <a:lvl4pPr indent="-228600" lvl="3" marL="1828800" algn="ctr">
              <a:lnSpc>
                <a:spcPct val="90000"/>
              </a:lnSpc>
              <a:spcBef>
                <a:spcPts val="1200"/>
              </a:spcBef>
              <a:spcAft>
                <a:spcPts val="0"/>
              </a:spcAft>
              <a:buClr>
                <a:srgbClr val="262626"/>
              </a:buClr>
              <a:buSzPts val="1800"/>
              <a:buNone/>
              <a:defRPr sz="1800">
                <a:latin typeface="Quattrocento Sans"/>
                <a:ea typeface="Quattrocento Sans"/>
                <a:cs typeface="Quattrocento Sans"/>
                <a:sym typeface="Quattrocento Sans"/>
              </a:defRPr>
            </a:lvl4pPr>
            <a:lvl5pPr indent="-228600" lvl="4" marL="2286000" algn="ctr">
              <a:lnSpc>
                <a:spcPct val="90000"/>
              </a:lnSpc>
              <a:spcBef>
                <a:spcPts val="600"/>
              </a:spcBef>
              <a:spcAft>
                <a:spcPts val="0"/>
              </a:spcAft>
              <a:buClr>
                <a:srgbClr val="262626"/>
              </a:buClr>
              <a:buSzPts val="1600"/>
              <a:buNone/>
              <a:defRPr sz="16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43"/>
          <p:cNvSpPr txBox="1"/>
          <p:nvPr>
            <p:ph idx="8" type="body"/>
          </p:nvPr>
        </p:nvSpPr>
        <p:spPr>
          <a:xfrm>
            <a:off x="2483635" y="2577396"/>
            <a:ext cx="2377440" cy="840230"/>
          </a:xfrm>
          <a:prstGeom prst="rect">
            <a:avLst/>
          </a:prstGeom>
          <a:noFill/>
          <a:ln>
            <a:noFill/>
          </a:ln>
        </p:spPr>
        <p:txBody>
          <a:bodyPr anchorCtr="0" anchor="t" bIns="45700" lIns="146300" spcFirstLastPara="1" rIns="146300" wrap="square" tIns="45700">
            <a:spAutoFit/>
          </a:bodyPr>
          <a:lstStyle>
            <a:lvl1pPr indent="-228600" lvl="0" marL="457200" algn="ctr">
              <a:lnSpc>
                <a:spcPct val="90000"/>
              </a:lnSpc>
              <a:spcBef>
                <a:spcPts val="1000"/>
              </a:spcBef>
              <a:spcAft>
                <a:spcPts val="0"/>
              </a:spcAft>
              <a:buClr>
                <a:schemeClr val="dk1"/>
              </a:buClr>
              <a:buSzPts val="5400"/>
              <a:buNone/>
              <a:defRPr b="1" sz="5400">
                <a:solidFill>
                  <a:schemeClr val="dk1"/>
                </a:solidFill>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3F3F3F"/>
              </a:buClr>
              <a:buSzPts val="2200"/>
              <a:buNone/>
              <a:defRPr sz="2200">
                <a:solidFill>
                  <a:srgbClr val="3F3F3F"/>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1800"/>
              <a:buNone/>
              <a:defRPr sz="1800"/>
            </a:lvl3pPr>
            <a:lvl4pPr indent="-228600" lvl="3" marL="1828800" algn="ctr">
              <a:lnSpc>
                <a:spcPct val="90000"/>
              </a:lnSpc>
              <a:spcBef>
                <a:spcPts val="1200"/>
              </a:spcBef>
              <a:spcAft>
                <a:spcPts val="0"/>
              </a:spcAft>
              <a:buClr>
                <a:srgbClr val="262626"/>
              </a:buClr>
              <a:buSzPts val="1800"/>
              <a:buNone/>
              <a:defRPr sz="1800">
                <a:latin typeface="Quattrocento Sans"/>
                <a:ea typeface="Quattrocento Sans"/>
                <a:cs typeface="Quattrocento Sans"/>
                <a:sym typeface="Quattrocento Sans"/>
              </a:defRPr>
            </a:lvl4pPr>
            <a:lvl5pPr indent="-228600" lvl="4" marL="2286000" algn="ctr">
              <a:lnSpc>
                <a:spcPct val="90000"/>
              </a:lnSpc>
              <a:spcBef>
                <a:spcPts val="600"/>
              </a:spcBef>
              <a:spcAft>
                <a:spcPts val="0"/>
              </a:spcAft>
              <a:buClr>
                <a:srgbClr val="262626"/>
              </a:buClr>
              <a:buSzPts val="1600"/>
              <a:buNone/>
              <a:defRPr sz="16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 name="Google Shape;127;p43"/>
          <p:cNvSpPr txBox="1"/>
          <p:nvPr>
            <p:ph idx="9" type="body"/>
          </p:nvPr>
        </p:nvSpPr>
        <p:spPr>
          <a:xfrm>
            <a:off x="4898612" y="2577396"/>
            <a:ext cx="2377440" cy="840230"/>
          </a:xfrm>
          <a:prstGeom prst="rect">
            <a:avLst/>
          </a:prstGeom>
          <a:noFill/>
          <a:ln>
            <a:noFill/>
          </a:ln>
        </p:spPr>
        <p:txBody>
          <a:bodyPr anchorCtr="0" anchor="t" bIns="45700" lIns="146300" spcFirstLastPara="1" rIns="146300" wrap="square" tIns="45700">
            <a:spAutoFit/>
          </a:bodyPr>
          <a:lstStyle>
            <a:lvl1pPr indent="-228600" lvl="0" marL="457200" algn="ctr">
              <a:lnSpc>
                <a:spcPct val="90000"/>
              </a:lnSpc>
              <a:spcBef>
                <a:spcPts val="1000"/>
              </a:spcBef>
              <a:spcAft>
                <a:spcPts val="0"/>
              </a:spcAft>
              <a:buClr>
                <a:schemeClr val="dk1"/>
              </a:buClr>
              <a:buSzPts val="5400"/>
              <a:buNone/>
              <a:defRPr sz="5400">
                <a:solidFill>
                  <a:schemeClr val="dk1"/>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rgbClr val="595959"/>
              </a:buClr>
              <a:buSzPts val="1800"/>
              <a:buNone/>
              <a:defRPr/>
            </a:lvl2pPr>
            <a:lvl3pPr indent="-228600" lvl="2" marL="1371600" algn="l">
              <a:lnSpc>
                <a:spcPct val="90000"/>
              </a:lnSpc>
              <a:spcBef>
                <a:spcPts val="1200"/>
              </a:spcBef>
              <a:spcAft>
                <a:spcPts val="0"/>
              </a:spcAft>
              <a:buClr>
                <a:schemeClr val="dk2"/>
              </a:buClr>
              <a:buSzPts val="1800"/>
              <a:buNone/>
              <a:defRPr/>
            </a:lvl3pPr>
            <a:lvl4pPr indent="-228600" lvl="3" marL="1828800" algn="l">
              <a:lnSpc>
                <a:spcPct val="90000"/>
              </a:lnSpc>
              <a:spcBef>
                <a:spcPts val="1200"/>
              </a:spcBef>
              <a:spcAft>
                <a:spcPts val="0"/>
              </a:spcAft>
              <a:buClr>
                <a:srgbClr val="262626"/>
              </a:buClr>
              <a:buSzPts val="1800"/>
              <a:buNone/>
              <a:defRPr/>
            </a:lvl4pPr>
            <a:lvl5pPr indent="-228600" lvl="4" marL="2286000" algn="l">
              <a:lnSpc>
                <a:spcPct val="90000"/>
              </a:lnSpc>
              <a:spcBef>
                <a:spcPts val="600"/>
              </a:spcBef>
              <a:spcAft>
                <a:spcPts val="0"/>
              </a:spcAft>
              <a:buClr>
                <a:srgbClr val="262626"/>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 name="Google Shape;128;p43"/>
          <p:cNvSpPr txBox="1"/>
          <p:nvPr>
            <p:ph idx="13" type="body"/>
          </p:nvPr>
        </p:nvSpPr>
        <p:spPr>
          <a:xfrm>
            <a:off x="7313589" y="2577396"/>
            <a:ext cx="2377440" cy="840230"/>
          </a:xfrm>
          <a:prstGeom prst="rect">
            <a:avLst/>
          </a:prstGeom>
          <a:noFill/>
          <a:ln>
            <a:noFill/>
          </a:ln>
        </p:spPr>
        <p:txBody>
          <a:bodyPr anchorCtr="0" anchor="t" bIns="45700" lIns="146300" spcFirstLastPara="1" rIns="146300" wrap="square" tIns="45700">
            <a:spAutoFit/>
          </a:bodyPr>
          <a:lstStyle>
            <a:lvl1pPr indent="-228600" lvl="0" marL="457200" algn="ctr">
              <a:lnSpc>
                <a:spcPct val="90000"/>
              </a:lnSpc>
              <a:spcBef>
                <a:spcPts val="1000"/>
              </a:spcBef>
              <a:spcAft>
                <a:spcPts val="0"/>
              </a:spcAft>
              <a:buClr>
                <a:schemeClr val="dk1"/>
              </a:buClr>
              <a:buSzPts val="5400"/>
              <a:buNone/>
              <a:defRPr sz="5400">
                <a:solidFill>
                  <a:schemeClr val="dk1"/>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rgbClr val="595959"/>
              </a:buClr>
              <a:buSzPts val="1800"/>
              <a:buNone/>
              <a:defRPr/>
            </a:lvl2pPr>
            <a:lvl3pPr indent="-228600" lvl="2" marL="1371600" algn="l">
              <a:lnSpc>
                <a:spcPct val="90000"/>
              </a:lnSpc>
              <a:spcBef>
                <a:spcPts val="1200"/>
              </a:spcBef>
              <a:spcAft>
                <a:spcPts val="0"/>
              </a:spcAft>
              <a:buClr>
                <a:schemeClr val="dk2"/>
              </a:buClr>
              <a:buSzPts val="1800"/>
              <a:buNone/>
              <a:defRPr/>
            </a:lvl3pPr>
            <a:lvl4pPr indent="-228600" lvl="3" marL="1828800" algn="l">
              <a:lnSpc>
                <a:spcPct val="90000"/>
              </a:lnSpc>
              <a:spcBef>
                <a:spcPts val="1200"/>
              </a:spcBef>
              <a:spcAft>
                <a:spcPts val="0"/>
              </a:spcAft>
              <a:buClr>
                <a:srgbClr val="262626"/>
              </a:buClr>
              <a:buSzPts val="1800"/>
              <a:buNone/>
              <a:defRPr/>
            </a:lvl4pPr>
            <a:lvl5pPr indent="-228600" lvl="4" marL="2286000" algn="l">
              <a:lnSpc>
                <a:spcPct val="90000"/>
              </a:lnSpc>
              <a:spcBef>
                <a:spcPts val="600"/>
              </a:spcBef>
              <a:spcAft>
                <a:spcPts val="0"/>
              </a:spcAft>
              <a:buClr>
                <a:srgbClr val="262626"/>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 name="Google Shape;129;p43"/>
          <p:cNvSpPr txBox="1"/>
          <p:nvPr>
            <p:ph idx="14" type="body"/>
          </p:nvPr>
        </p:nvSpPr>
        <p:spPr>
          <a:xfrm>
            <a:off x="9728566" y="2577396"/>
            <a:ext cx="2377440" cy="840230"/>
          </a:xfrm>
          <a:prstGeom prst="rect">
            <a:avLst/>
          </a:prstGeom>
          <a:noFill/>
          <a:ln>
            <a:noFill/>
          </a:ln>
        </p:spPr>
        <p:txBody>
          <a:bodyPr anchorCtr="0" anchor="t" bIns="45700" lIns="146300" spcFirstLastPara="1" rIns="146300" wrap="square" tIns="45700">
            <a:spAutoFit/>
          </a:bodyPr>
          <a:lstStyle>
            <a:lvl1pPr indent="-228600" lvl="0" marL="457200" algn="ctr">
              <a:lnSpc>
                <a:spcPct val="90000"/>
              </a:lnSpc>
              <a:spcBef>
                <a:spcPts val="1000"/>
              </a:spcBef>
              <a:spcAft>
                <a:spcPts val="0"/>
              </a:spcAft>
              <a:buClr>
                <a:schemeClr val="dk1"/>
              </a:buClr>
              <a:buSzPts val="5400"/>
              <a:buNone/>
              <a:defRPr sz="5400">
                <a:solidFill>
                  <a:schemeClr val="dk1"/>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rgbClr val="595959"/>
              </a:buClr>
              <a:buSzPts val="1800"/>
              <a:buNone/>
              <a:defRPr/>
            </a:lvl2pPr>
            <a:lvl3pPr indent="-228600" lvl="2" marL="1371600" algn="l">
              <a:lnSpc>
                <a:spcPct val="90000"/>
              </a:lnSpc>
              <a:spcBef>
                <a:spcPts val="1200"/>
              </a:spcBef>
              <a:spcAft>
                <a:spcPts val="0"/>
              </a:spcAft>
              <a:buClr>
                <a:schemeClr val="dk2"/>
              </a:buClr>
              <a:buSzPts val="1800"/>
              <a:buNone/>
              <a:defRPr/>
            </a:lvl3pPr>
            <a:lvl4pPr indent="-228600" lvl="3" marL="1828800" algn="l">
              <a:lnSpc>
                <a:spcPct val="90000"/>
              </a:lnSpc>
              <a:spcBef>
                <a:spcPts val="1200"/>
              </a:spcBef>
              <a:spcAft>
                <a:spcPts val="0"/>
              </a:spcAft>
              <a:buClr>
                <a:srgbClr val="262626"/>
              </a:buClr>
              <a:buSzPts val="1800"/>
              <a:buNone/>
              <a:defRPr/>
            </a:lvl4pPr>
            <a:lvl5pPr indent="-228600" lvl="4" marL="2286000" algn="l">
              <a:lnSpc>
                <a:spcPct val="90000"/>
              </a:lnSpc>
              <a:spcBef>
                <a:spcPts val="600"/>
              </a:spcBef>
              <a:spcAft>
                <a:spcPts val="0"/>
              </a:spcAft>
              <a:buClr>
                <a:srgbClr val="262626"/>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750"/>
                                        <p:tgtEl>
                                          <p:spTgt spid="11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5">
                                            <p:txEl>
                                              <p:pRg end="0" st="0"/>
                                            </p:txEl>
                                          </p:spTgt>
                                        </p:tgtEl>
                                        <p:attrNameLst>
                                          <p:attrName>style.visibility</p:attrName>
                                        </p:attrNameLst>
                                      </p:cBhvr>
                                      <p:to>
                                        <p:strVal val="visible"/>
                                      </p:to>
                                    </p:set>
                                    <p:anim calcmode="lin" valueType="num">
                                      <p:cBhvr additive="base">
                                        <p:cTn dur="750"/>
                                        <p:tgtEl>
                                          <p:spTgt spid="125">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5">
                                            <p:txEl>
                                              <p:pRg end="1" st="1"/>
                                            </p:txEl>
                                          </p:spTgt>
                                        </p:tgtEl>
                                        <p:attrNameLst>
                                          <p:attrName>style.visibility</p:attrName>
                                        </p:attrNameLst>
                                      </p:cBhvr>
                                      <p:to>
                                        <p:strVal val="visible"/>
                                      </p:to>
                                    </p:set>
                                    <p:anim calcmode="lin" valueType="num">
                                      <p:cBhvr additive="base">
                                        <p:cTn dur="750"/>
                                        <p:tgtEl>
                                          <p:spTgt spid="125">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5">
                                            <p:txEl>
                                              <p:pRg end="2" st="2"/>
                                            </p:txEl>
                                          </p:spTgt>
                                        </p:tgtEl>
                                        <p:attrNameLst>
                                          <p:attrName>style.visibility</p:attrName>
                                        </p:attrNameLst>
                                      </p:cBhvr>
                                      <p:to>
                                        <p:strVal val="visible"/>
                                      </p:to>
                                    </p:set>
                                    <p:anim calcmode="lin" valueType="num">
                                      <p:cBhvr additive="base">
                                        <p:cTn dur="750"/>
                                        <p:tgtEl>
                                          <p:spTgt spid="125">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5">
                                            <p:txEl>
                                              <p:pRg end="3" st="3"/>
                                            </p:txEl>
                                          </p:spTgt>
                                        </p:tgtEl>
                                        <p:attrNameLst>
                                          <p:attrName>style.visibility</p:attrName>
                                        </p:attrNameLst>
                                      </p:cBhvr>
                                      <p:to>
                                        <p:strVal val="visible"/>
                                      </p:to>
                                    </p:set>
                                    <p:anim calcmode="lin" valueType="num">
                                      <p:cBhvr additive="base">
                                        <p:cTn dur="750"/>
                                        <p:tgtEl>
                                          <p:spTgt spid="125">
                                            <p:txEl>
                                              <p:pRg end="3" st="3"/>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5">
                                            <p:txEl>
                                              <p:pRg end="4" st="4"/>
                                            </p:txEl>
                                          </p:spTgt>
                                        </p:tgtEl>
                                        <p:attrNameLst>
                                          <p:attrName>style.visibility</p:attrName>
                                        </p:attrNameLst>
                                      </p:cBhvr>
                                      <p:to>
                                        <p:strVal val="visible"/>
                                      </p:to>
                                    </p:set>
                                    <p:anim calcmode="lin" valueType="num">
                                      <p:cBhvr additive="base">
                                        <p:cTn dur="750"/>
                                        <p:tgtEl>
                                          <p:spTgt spid="125">
                                            <p:txEl>
                                              <p:pRg end="4" st="4"/>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5">
                                            <p:txEl>
                                              <p:pRg end="5" st="5"/>
                                            </p:txEl>
                                          </p:spTgt>
                                        </p:tgtEl>
                                        <p:attrNameLst>
                                          <p:attrName>style.visibility</p:attrName>
                                        </p:attrNameLst>
                                      </p:cBhvr>
                                      <p:to>
                                        <p:strVal val="visible"/>
                                      </p:to>
                                    </p:set>
                                    <p:anim calcmode="lin" valueType="num">
                                      <p:cBhvr additive="base">
                                        <p:cTn dur="750"/>
                                        <p:tgtEl>
                                          <p:spTgt spid="125">
                                            <p:txEl>
                                              <p:pRg end="5" st="5"/>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5">
                                            <p:txEl>
                                              <p:pRg end="6" st="6"/>
                                            </p:txEl>
                                          </p:spTgt>
                                        </p:tgtEl>
                                        <p:attrNameLst>
                                          <p:attrName>style.visibility</p:attrName>
                                        </p:attrNameLst>
                                      </p:cBhvr>
                                      <p:to>
                                        <p:strVal val="visible"/>
                                      </p:to>
                                    </p:set>
                                    <p:anim calcmode="lin" valueType="num">
                                      <p:cBhvr additive="base">
                                        <p:cTn dur="750"/>
                                        <p:tgtEl>
                                          <p:spTgt spid="125">
                                            <p:txEl>
                                              <p:pRg end="6" st="6"/>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5">
                                            <p:txEl>
                                              <p:pRg end="7" st="7"/>
                                            </p:txEl>
                                          </p:spTgt>
                                        </p:tgtEl>
                                        <p:attrNameLst>
                                          <p:attrName>style.visibility</p:attrName>
                                        </p:attrNameLst>
                                      </p:cBhvr>
                                      <p:to>
                                        <p:strVal val="visible"/>
                                      </p:to>
                                    </p:set>
                                    <p:anim calcmode="lin" valueType="num">
                                      <p:cBhvr additive="base">
                                        <p:cTn dur="750"/>
                                        <p:tgtEl>
                                          <p:spTgt spid="125">
                                            <p:txEl>
                                              <p:pRg end="7" st="7"/>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5">
                                            <p:txEl>
                                              <p:pRg end="8" st="8"/>
                                            </p:txEl>
                                          </p:spTgt>
                                        </p:tgtEl>
                                        <p:attrNameLst>
                                          <p:attrName>style.visibility</p:attrName>
                                        </p:attrNameLst>
                                      </p:cBhvr>
                                      <p:to>
                                        <p:strVal val="visible"/>
                                      </p:to>
                                    </p:set>
                                    <p:anim calcmode="lin" valueType="num">
                                      <p:cBhvr additive="base">
                                        <p:cTn dur="750"/>
                                        <p:tgtEl>
                                          <p:spTgt spid="125">
                                            <p:txEl>
                                              <p:pRg end="8" st="8"/>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3"/>
                                        </p:tgtEl>
                                        <p:attrNameLst>
                                          <p:attrName>style.visibility</p:attrName>
                                        </p:attrNameLst>
                                      </p:cBhvr>
                                      <p:to>
                                        <p:strVal val="visible"/>
                                      </p:to>
                                    </p:set>
                                    <p:anim calcmode="lin" valueType="num">
                                      <p:cBhvr additive="base">
                                        <p:cTn dur="750"/>
                                        <p:tgtEl>
                                          <p:spTgt spid="11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gtEl>
                                        <p:attrNameLst>
                                          <p:attrName>style.visibility</p:attrName>
                                        </p:attrNameLst>
                                      </p:cBhvr>
                                      <p:to>
                                        <p:strVal val="visible"/>
                                      </p:to>
                                    </p:set>
                                    <p:anim calcmode="lin" valueType="num">
                                      <p:cBhvr additive="base">
                                        <p:cTn dur="750"/>
                                        <p:tgtEl>
                                          <p:spTgt spid="12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6">
                                            <p:txEl>
                                              <p:pRg end="0" st="0"/>
                                            </p:txEl>
                                          </p:spTgt>
                                        </p:tgtEl>
                                        <p:attrNameLst>
                                          <p:attrName>style.visibility</p:attrName>
                                        </p:attrNameLst>
                                      </p:cBhvr>
                                      <p:to>
                                        <p:strVal val="visible"/>
                                      </p:to>
                                    </p:set>
                                    <p:anim calcmode="lin" valueType="num">
                                      <p:cBhvr additive="base">
                                        <p:cTn dur="750"/>
                                        <p:tgtEl>
                                          <p:spTgt spid="126">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6">
                                            <p:txEl>
                                              <p:pRg end="1" st="1"/>
                                            </p:txEl>
                                          </p:spTgt>
                                        </p:tgtEl>
                                        <p:attrNameLst>
                                          <p:attrName>style.visibility</p:attrName>
                                        </p:attrNameLst>
                                      </p:cBhvr>
                                      <p:to>
                                        <p:strVal val="visible"/>
                                      </p:to>
                                    </p:set>
                                    <p:anim calcmode="lin" valueType="num">
                                      <p:cBhvr additive="base">
                                        <p:cTn dur="750"/>
                                        <p:tgtEl>
                                          <p:spTgt spid="126">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6">
                                            <p:txEl>
                                              <p:pRg end="2" st="2"/>
                                            </p:txEl>
                                          </p:spTgt>
                                        </p:tgtEl>
                                        <p:attrNameLst>
                                          <p:attrName>style.visibility</p:attrName>
                                        </p:attrNameLst>
                                      </p:cBhvr>
                                      <p:to>
                                        <p:strVal val="visible"/>
                                      </p:to>
                                    </p:set>
                                    <p:anim calcmode="lin" valueType="num">
                                      <p:cBhvr additive="base">
                                        <p:cTn dur="750"/>
                                        <p:tgtEl>
                                          <p:spTgt spid="126">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6">
                                            <p:txEl>
                                              <p:pRg end="3" st="3"/>
                                            </p:txEl>
                                          </p:spTgt>
                                        </p:tgtEl>
                                        <p:attrNameLst>
                                          <p:attrName>style.visibility</p:attrName>
                                        </p:attrNameLst>
                                      </p:cBhvr>
                                      <p:to>
                                        <p:strVal val="visible"/>
                                      </p:to>
                                    </p:set>
                                    <p:anim calcmode="lin" valueType="num">
                                      <p:cBhvr additive="base">
                                        <p:cTn dur="750"/>
                                        <p:tgtEl>
                                          <p:spTgt spid="126">
                                            <p:txEl>
                                              <p:pRg end="3" st="3"/>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6">
                                            <p:txEl>
                                              <p:pRg end="4" st="4"/>
                                            </p:txEl>
                                          </p:spTgt>
                                        </p:tgtEl>
                                        <p:attrNameLst>
                                          <p:attrName>style.visibility</p:attrName>
                                        </p:attrNameLst>
                                      </p:cBhvr>
                                      <p:to>
                                        <p:strVal val="visible"/>
                                      </p:to>
                                    </p:set>
                                    <p:anim calcmode="lin" valueType="num">
                                      <p:cBhvr additive="base">
                                        <p:cTn dur="750"/>
                                        <p:tgtEl>
                                          <p:spTgt spid="126">
                                            <p:txEl>
                                              <p:pRg end="4" st="4"/>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6">
                                            <p:txEl>
                                              <p:pRg end="5" st="5"/>
                                            </p:txEl>
                                          </p:spTgt>
                                        </p:tgtEl>
                                        <p:attrNameLst>
                                          <p:attrName>style.visibility</p:attrName>
                                        </p:attrNameLst>
                                      </p:cBhvr>
                                      <p:to>
                                        <p:strVal val="visible"/>
                                      </p:to>
                                    </p:set>
                                    <p:anim calcmode="lin" valueType="num">
                                      <p:cBhvr additive="base">
                                        <p:cTn dur="750"/>
                                        <p:tgtEl>
                                          <p:spTgt spid="126">
                                            <p:txEl>
                                              <p:pRg end="5" st="5"/>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6">
                                            <p:txEl>
                                              <p:pRg end="6" st="6"/>
                                            </p:txEl>
                                          </p:spTgt>
                                        </p:tgtEl>
                                        <p:attrNameLst>
                                          <p:attrName>style.visibility</p:attrName>
                                        </p:attrNameLst>
                                      </p:cBhvr>
                                      <p:to>
                                        <p:strVal val="visible"/>
                                      </p:to>
                                    </p:set>
                                    <p:anim calcmode="lin" valueType="num">
                                      <p:cBhvr additive="base">
                                        <p:cTn dur="750"/>
                                        <p:tgtEl>
                                          <p:spTgt spid="126">
                                            <p:txEl>
                                              <p:pRg end="6" st="6"/>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6">
                                            <p:txEl>
                                              <p:pRg end="7" st="7"/>
                                            </p:txEl>
                                          </p:spTgt>
                                        </p:tgtEl>
                                        <p:attrNameLst>
                                          <p:attrName>style.visibility</p:attrName>
                                        </p:attrNameLst>
                                      </p:cBhvr>
                                      <p:to>
                                        <p:strVal val="visible"/>
                                      </p:to>
                                    </p:set>
                                    <p:anim calcmode="lin" valueType="num">
                                      <p:cBhvr additive="base">
                                        <p:cTn dur="750"/>
                                        <p:tgtEl>
                                          <p:spTgt spid="126">
                                            <p:txEl>
                                              <p:pRg end="7" st="7"/>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6">
                                            <p:txEl>
                                              <p:pRg end="8" st="8"/>
                                            </p:txEl>
                                          </p:spTgt>
                                        </p:tgtEl>
                                        <p:attrNameLst>
                                          <p:attrName>style.visibility</p:attrName>
                                        </p:attrNameLst>
                                      </p:cBhvr>
                                      <p:to>
                                        <p:strVal val="visible"/>
                                      </p:to>
                                    </p:set>
                                    <p:anim calcmode="lin" valueType="num">
                                      <p:cBhvr additive="base">
                                        <p:cTn dur="750"/>
                                        <p:tgtEl>
                                          <p:spTgt spid="126">
                                            <p:txEl>
                                              <p:pRg end="8" st="8"/>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5"/>
                                        </p:tgtEl>
                                        <p:attrNameLst>
                                          <p:attrName>style.visibility</p:attrName>
                                        </p:attrNameLst>
                                      </p:cBhvr>
                                      <p:to>
                                        <p:strVal val="visible"/>
                                      </p:to>
                                    </p:set>
                                    <p:anim calcmode="lin" valueType="num">
                                      <p:cBhvr additive="base">
                                        <p:cTn dur="750"/>
                                        <p:tgtEl>
                                          <p:spTgt spid="11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3"/>
                                        </p:tgtEl>
                                        <p:attrNameLst>
                                          <p:attrName>style.visibility</p:attrName>
                                        </p:attrNameLst>
                                      </p:cBhvr>
                                      <p:to>
                                        <p:strVal val="visible"/>
                                      </p:to>
                                    </p:set>
                                    <p:anim calcmode="lin" valueType="num">
                                      <p:cBhvr additive="base">
                                        <p:cTn dur="750"/>
                                        <p:tgtEl>
                                          <p:spTgt spid="12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7"/>
                                        </p:tgtEl>
                                        <p:attrNameLst>
                                          <p:attrName>style.visibility</p:attrName>
                                        </p:attrNameLst>
                                      </p:cBhvr>
                                      <p:to>
                                        <p:strVal val="visible"/>
                                      </p:to>
                                    </p:set>
                                    <p:anim calcmode="lin" valueType="num">
                                      <p:cBhvr additive="base">
                                        <p:cTn dur="750"/>
                                        <p:tgtEl>
                                          <p:spTgt spid="12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6"/>
                                        </p:tgtEl>
                                        <p:attrNameLst>
                                          <p:attrName>style.visibility</p:attrName>
                                        </p:attrNameLst>
                                      </p:cBhvr>
                                      <p:to>
                                        <p:strVal val="visible"/>
                                      </p:to>
                                    </p:set>
                                    <p:anim calcmode="lin" valueType="num">
                                      <p:cBhvr additive="base">
                                        <p:cTn dur="750"/>
                                        <p:tgtEl>
                                          <p:spTgt spid="11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1"/>
                                        </p:tgtEl>
                                        <p:attrNameLst>
                                          <p:attrName>style.visibility</p:attrName>
                                        </p:attrNameLst>
                                      </p:cBhvr>
                                      <p:to>
                                        <p:strVal val="visible"/>
                                      </p:to>
                                    </p:set>
                                    <p:anim calcmode="lin" valueType="num">
                                      <p:cBhvr additive="base">
                                        <p:cTn dur="750"/>
                                        <p:tgtEl>
                                          <p:spTgt spid="12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8"/>
                                        </p:tgtEl>
                                        <p:attrNameLst>
                                          <p:attrName>style.visibility</p:attrName>
                                        </p:attrNameLst>
                                      </p:cBhvr>
                                      <p:to>
                                        <p:strVal val="visible"/>
                                      </p:to>
                                    </p:set>
                                    <p:anim calcmode="lin" valueType="num">
                                      <p:cBhvr additive="base">
                                        <p:cTn dur="750"/>
                                        <p:tgtEl>
                                          <p:spTgt spid="12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7"/>
                                        </p:tgtEl>
                                        <p:attrNameLst>
                                          <p:attrName>style.visibility</p:attrName>
                                        </p:attrNameLst>
                                      </p:cBhvr>
                                      <p:to>
                                        <p:strVal val="visible"/>
                                      </p:to>
                                    </p:set>
                                    <p:anim calcmode="lin" valueType="num">
                                      <p:cBhvr additive="base">
                                        <p:cTn dur="750"/>
                                        <p:tgtEl>
                                          <p:spTgt spid="11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2"/>
                                        </p:tgtEl>
                                        <p:attrNameLst>
                                          <p:attrName>style.visibility</p:attrName>
                                        </p:attrNameLst>
                                      </p:cBhvr>
                                      <p:to>
                                        <p:strVal val="visible"/>
                                      </p:to>
                                    </p:set>
                                    <p:anim calcmode="lin" valueType="num">
                                      <p:cBhvr additive="base">
                                        <p:cTn dur="750"/>
                                        <p:tgtEl>
                                          <p:spTgt spid="12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29"/>
                                        </p:tgtEl>
                                        <p:attrNameLst>
                                          <p:attrName>style.visibility</p:attrName>
                                        </p:attrNameLst>
                                      </p:cBhvr>
                                      <p:to>
                                        <p:strVal val="visible"/>
                                      </p:to>
                                    </p:set>
                                    <p:anim calcmode="lin" valueType="num">
                                      <p:cBhvr additive="base">
                                        <p:cTn dur="750"/>
                                        <p:tgtEl>
                                          <p:spTgt spid="12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8"/>
                                        </p:tgtEl>
                                        <p:attrNameLst>
                                          <p:attrName>style.visibility</p:attrName>
                                        </p:attrNameLst>
                                      </p:cBhvr>
                                      <p:to>
                                        <p:strVal val="visible"/>
                                      </p:to>
                                    </p:set>
                                    <p:anim calcmode="lin" valueType="num">
                                      <p:cBhvr additive="base">
                                        <p:cTn dur="750"/>
                                        <p:tgtEl>
                                          <p:spTgt spid="11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50-50 Right Photo Layout" showMasterSp="0">
  <p:cSld name="3_50-50 Right Photo Layout">
    <p:spTree>
      <p:nvGrpSpPr>
        <p:cNvPr id="130" name="Shape 130"/>
        <p:cNvGrpSpPr/>
        <p:nvPr/>
      </p:nvGrpSpPr>
      <p:grpSpPr>
        <a:xfrm>
          <a:off x="0" y="0"/>
          <a:ext cx="0" cy="0"/>
          <a:chOff x="0" y="0"/>
          <a:chExt cx="0" cy="0"/>
        </a:xfrm>
      </p:grpSpPr>
      <p:pic>
        <p:nvPicPr>
          <p:cNvPr id="131" name="Google Shape;131;p44"/>
          <p:cNvPicPr preferRelativeResize="0"/>
          <p:nvPr>
            <p:ph idx="2" type="pic"/>
          </p:nvPr>
        </p:nvPicPr>
        <p:blipFill/>
        <p:spPr>
          <a:xfrm>
            <a:off x="6129304" y="0"/>
            <a:ext cx="6062696" cy="6856100"/>
          </a:xfrm>
          <a:prstGeom prst="rect">
            <a:avLst/>
          </a:prstGeom>
          <a:blipFill rotWithShape="1">
            <a:blip r:embed="rId2">
              <a:alphaModFix/>
            </a:blip>
            <a:stretch>
              <a:fillRect b="0" l="0" r="0" t="0"/>
            </a:stretch>
          </a:blipFill>
          <a:ln>
            <a:noFill/>
          </a:ln>
        </p:spPr>
      </p:pic>
      <p:sp>
        <p:nvSpPr>
          <p:cNvPr id="132" name="Google Shape;132;p44"/>
          <p:cNvSpPr txBox="1"/>
          <p:nvPr>
            <p:ph idx="1" type="body"/>
          </p:nvPr>
        </p:nvSpPr>
        <p:spPr>
          <a:xfrm>
            <a:off x="1875949" y="419100"/>
            <a:ext cx="2377440" cy="840230"/>
          </a:xfrm>
          <a:prstGeom prst="rect">
            <a:avLst/>
          </a:prstGeom>
          <a:noFill/>
          <a:ln>
            <a:noFill/>
          </a:ln>
        </p:spPr>
        <p:txBody>
          <a:bodyPr anchorCtr="0" anchor="t" bIns="45700" lIns="146300" spcFirstLastPara="1" rIns="146300" wrap="square" tIns="45700">
            <a:spAutoFit/>
          </a:bodyPr>
          <a:lstStyle>
            <a:lvl1pPr indent="-228600" lvl="0" marL="457200" algn="ctr">
              <a:lnSpc>
                <a:spcPct val="90000"/>
              </a:lnSpc>
              <a:spcBef>
                <a:spcPts val="1000"/>
              </a:spcBef>
              <a:spcAft>
                <a:spcPts val="0"/>
              </a:spcAft>
              <a:buClr>
                <a:schemeClr val="accent4"/>
              </a:buClr>
              <a:buSzPts val="5400"/>
              <a:buNone/>
              <a:defRPr sz="5400">
                <a:solidFill>
                  <a:schemeClr val="accent4"/>
                </a:solidFill>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3F3F3F"/>
              </a:buClr>
              <a:buSzPts val="2200"/>
              <a:buNone/>
              <a:defRPr sz="2200">
                <a:solidFill>
                  <a:srgbClr val="3F3F3F"/>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1800"/>
              <a:buNone/>
              <a:defRPr sz="1800"/>
            </a:lvl3pPr>
            <a:lvl4pPr indent="-228600" lvl="3" marL="1828800" algn="ctr">
              <a:lnSpc>
                <a:spcPct val="90000"/>
              </a:lnSpc>
              <a:spcBef>
                <a:spcPts val="1200"/>
              </a:spcBef>
              <a:spcAft>
                <a:spcPts val="0"/>
              </a:spcAft>
              <a:buClr>
                <a:srgbClr val="262626"/>
              </a:buClr>
              <a:buSzPts val="1800"/>
              <a:buNone/>
              <a:defRPr sz="1800">
                <a:latin typeface="Quattrocento Sans"/>
                <a:ea typeface="Quattrocento Sans"/>
                <a:cs typeface="Quattrocento Sans"/>
                <a:sym typeface="Quattrocento Sans"/>
              </a:defRPr>
            </a:lvl4pPr>
            <a:lvl5pPr indent="-228600" lvl="4" marL="2286000" algn="ctr">
              <a:lnSpc>
                <a:spcPct val="90000"/>
              </a:lnSpc>
              <a:spcBef>
                <a:spcPts val="600"/>
              </a:spcBef>
              <a:spcAft>
                <a:spcPts val="0"/>
              </a:spcAft>
              <a:buClr>
                <a:srgbClr val="262626"/>
              </a:buClr>
              <a:buSzPts val="1600"/>
              <a:buNone/>
              <a:defRPr sz="16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44"/>
          <p:cNvSpPr txBox="1"/>
          <p:nvPr>
            <p:ph idx="3" type="body"/>
          </p:nvPr>
        </p:nvSpPr>
        <p:spPr>
          <a:xfrm>
            <a:off x="0" y="3428050"/>
            <a:ext cx="6129304" cy="2754087"/>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0"/>
              </a:spcBef>
              <a:spcAft>
                <a:spcPts val="0"/>
              </a:spcAft>
              <a:buClr>
                <a:schemeClr val="dk2"/>
              </a:buClr>
              <a:buSzPts val="3600"/>
              <a:buNone/>
              <a:defRPr b="0" i="0" sz="3600">
                <a:solidFill>
                  <a:schemeClr val="dk2"/>
                </a:solidFill>
                <a:latin typeface="Quattrocento Sans"/>
                <a:ea typeface="Quattrocento Sans"/>
                <a:cs typeface="Quattrocento Sans"/>
                <a:sym typeface="Quattrocento Sans"/>
              </a:defRPr>
            </a:lvl1pPr>
            <a:lvl2pPr indent="-228600" lvl="1" marL="914400" algn="ctr">
              <a:lnSpc>
                <a:spcPct val="90000"/>
              </a:lnSpc>
              <a:spcBef>
                <a:spcPts val="3000"/>
              </a:spcBef>
              <a:spcAft>
                <a:spcPts val="0"/>
              </a:spcAft>
              <a:buClr>
                <a:srgbClr val="595959"/>
              </a:buClr>
              <a:buSzPts val="2800"/>
              <a:buNone/>
              <a:defRPr sz="2800"/>
            </a:lvl2pPr>
            <a:lvl3pPr indent="-228600" lvl="2" marL="1371600" algn="ctr">
              <a:lnSpc>
                <a:spcPct val="90000"/>
              </a:lnSpc>
              <a:spcBef>
                <a:spcPts val="1200"/>
              </a:spcBef>
              <a:spcAft>
                <a:spcPts val="0"/>
              </a:spcAft>
              <a:buClr>
                <a:srgbClr val="262626"/>
              </a:buClr>
              <a:buSzPts val="2400"/>
              <a:buNone/>
              <a:defRPr b="0" sz="2400">
                <a:solidFill>
                  <a:srgbClr val="262626"/>
                </a:solidFill>
                <a:latin typeface="Quattrocento Sans"/>
                <a:ea typeface="Quattrocento Sans"/>
                <a:cs typeface="Quattrocento Sans"/>
                <a:sym typeface="Quattrocento Sans"/>
              </a:defRPr>
            </a:lvl3pPr>
            <a:lvl4pPr indent="-228600" lvl="3" marL="1828800" algn="ctr">
              <a:lnSpc>
                <a:spcPct val="90000"/>
              </a:lnSpc>
              <a:spcBef>
                <a:spcPts val="1200"/>
              </a:spcBef>
              <a:spcAft>
                <a:spcPts val="0"/>
              </a:spcAft>
              <a:buClr>
                <a:srgbClr val="262626"/>
              </a:buClr>
              <a:buSzPts val="2000"/>
              <a:buNone/>
              <a:defRPr b="1" sz="2000"/>
            </a:lvl4pPr>
            <a:lvl5pPr indent="-228600" lvl="4" marL="2286000" algn="ctr">
              <a:lnSpc>
                <a:spcPct val="90000"/>
              </a:lnSpc>
              <a:spcBef>
                <a:spcPts val="600"/>
              </a:spcBef>
              <a:spcAft>
                <a:spcPts val="0"/>
              </a:spcAft>
              <a:buClr>
                <a:srgbClr val="262626"/>
              </a:buClr>
              <a:buSzPts val="1800"/>
              <a:buNone/>
              <a:defRPr sz="18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p44"/>
          <p:cNvSpPr txBox="1"/>
          <p:nvPr>
            <p:ph idx="4" type="body"/>
          </p:nvPr>
        </p:nvSpPr>
        <p:spPr>
          <a:xfrm>
            <a:off x="0" y="1554163"/>
            <a:ext cx="6096000" cy="535531"/>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1000"/>
              </a:spcBef>
              <a:spcAft>
                <a:spcPts val="0"/>
              </a:spcAft>
              <a:buClr>
                <a:schemeClr val="dk1"/>
              </a:buClr>
              <a:buSzPts val="3600"/>
              <a:buNone/>
              <a:defRPr b="0" sz="3600">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595959"/>
              </a:buClr>
              <a:buSzPts val="3200"/>
              <a:buNone/>
              <a:defRPr b="0" sz="3200">
                <a:solidFill>
                  <a:srgbClr val="595959"/>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2000"/>
              <a:buNone/>
              <a:defRPr/>
            </a:lvl3pPr>
            <a:lvl4pPr indent="-228600" lvl="3" marL="1828800" algn="ctr">
              <a:lnSpc>
                <a:spcPct val="90000"/>
              </a:lnSpc>
              <a:spcBef>
                <a:spcPts val="1200"/>
              </a:spcBef>
              <a:spcAft>
                <a:spcPts val="0"/>
              </a:spcAft>
              <a:buClr>
                <a:srgbClr val="262626"/>
              </a:buClr>
              <a:buSzPts val="1600"/>
              <a:buNone/>
              <a:defRPr/>
            </a:lvl4pPr>
            <a:lvl5pPr indent="-228600" lvl="4" marL="2286000" algn="ctr">
              <a:lnSpc>
                <a:spcPct val="90000"/>
              </a:lnSpc>
              <a:spcBef>
                <a:spcPts val="600"/>
              </a:spcBef>
              <a:spcAft>
                <a:spcPts val="0"/>
              </a:spcAft>
              <a:buClr>
                <a:srgbClr val="262626"/>
              </a:buClr>
              <a:buSzPts val="16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44"/>
          <p:cNvSpPr txBox="1"/>
          <p:nvPr>
            <p:ph idx="12" type="sldNum"/>
          </p:nvPr>
        </p:nvSpPr>
        <p:spPr>
          <a:xfrm>
            <a:off x="11668594" y="6484937"/>
            <a:ext cx="52340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Quattrocento Sans"/>
                <a:ea typeface="Quattrocento Sans"/>
                <a:cs typeface="Quattrocento Sans"/>
                <a:sym typeface="Quattrocento Sans"/>
              </a:defRPr>
            </a:lvl1pPr>
            <a:lvl2pPr indent="0" lvl="1" marL="0" algn="r">
              <a:spcBef>
                <a:spcPts val="0"/>
              </a:spcBef>
              <a:buNone/>
              <a:defRPr sz="1200">
                <a:solidFill>
                  <a:schemeClr val="lt1"/>
                </a:solidFill>
                <a:latin typeface="Quattrocento Sans"/>
                <a:ea typeface="Quattrocento Sans"/>
                <a:cs typeface="Quattrocento Sans"/>
                <a:sym typeface="Quattrocento Sans"/>
              </a:defRPr>
            </a:lvl2pPr>
            <a:lvl3pPr indent="0" lvl="2" marL="0" algn="r">
              <a:spcBef>
                <a:spcPts val="0"/>
              </a:spcBef>
              <a:buNone/>
              <a:defRPr sz="1200">
                <a:solidFill>
                  <a:schemeClr val="lt1"/>
                </a:solidFill>
                <a:latin typeface="Quattrocento Sans"/>
                <a:ea typeface="Quattrocento Sans"/>
                <a:cs typeface="Quattrocento Sans"/>
                <a:sym typeface="Quattrocento Sans"/>
              </a:defRPr>
            </a:lvl3pPr>
            <a:lvl4pPr indent="0" lvl="3" marL="0" algn="r">
              <a:spcBef>
                <a:spcPts val="0"/>
              </a:spcBef>
              <a:buNone/>
              <a:defRPr sz="1200">
                <a:solidFill>
                  <a:schemeClr val="lt1"/>
                </a:solidFill>
                <a:latin typeface="Quattrocento Sans"/>
                <a:ea typeface="Quattrocento Sans"/>
                <a:cs typeface="Quattrocento Sans"/>
                <a:sym typeface="Quattrocento Sans"/>
              </a:defRPr>
            </a:lvl4pPr>
            <a:lvl5pPr indent="0" lvl="4" marL="0" algn="r">
              <a:spcBef>
                <a:spcPts val="0"/>
              </a:spcBef>
              <a:buNone/>
              <a:defRPr sz="1200">
                <a:solidFill>
                  <a:schemeClr val="lt1"/>
                </a:solidFill>
                <a:latin typeface="Quattrocento Sans"/>
                <a:ea typeface="Quattrocento Sans"/>
                <a:cs typeface="Quattrocento Sans"/>
                <a:sym typeface="Quattrocento Sans"/>
              </a:defRPr>
            </a:lvl5pPr>
            <a:lvl6pPr indent="0" lvl="5" marL="0" algn="r">
              <a:spcBef>
                <a:spcPts val="0"/>
              </a:spcBef>
              <a:buNone/>
              <a:defRPr sz="1200">
                <a:solidFill>
                  <a:schemeClr val="lt1"/>
                </a:solidFill>
                <a:latin typeface="Quattrocento Sans"/>
                <a:ea typeface="Quattrocento Sans"/>
                <a:cs typeface="Quattrocento Sans"/>
                <a:sym typeface="Quattrocento Sans"/>
              </a:defRPr>
            </a:lvl6pPr>
            <a:lvl7pPr indent="0" lvl="6" marL="0" algn="r">
              <a:spcBef>
                <a:spcPts val="0"/>
              </a:spcBef>
              <a:buNone/>
              <a:defRPr sz="1200">
                <a:solidFill>
                  <a:schemeClr val="lt1"/>
                </a:solidFill>
                <a:latin typeface="Quattrocento Sans"/>
                <a:ea typeface="Quattrocento Sans"/>
                <a:cs typeface="Quattrocento Sans"/>
                <a:sym typeface="Quattrocento Sans"/>
              </a:defRPr>
            </a:lvl7pPr>
            <a:lvl8pPr indent="0" lvl="7" marL="0" algn="r">
              <a:spcBef>
                <a:spcPts val="0"/>
              </a:spcBef>
              <a:buNone/>
              <a:defRPr sz="1200">
                <a:solidFill>
                  <a:schemeClr val="lt1"/>
                </a:solidFill>
                <a:latin typeface="Quattrocento Sans"/>
                <a:ea typeface="Quattrocento Sans"/>
                <a:cs typeface="Quattrocento Sans"/>
                <a:sym typeface="Quattrocento Sans"/>
              </a:defRPr>
            </a:lvl8pPr>
            <a:lvl9pPr indent="0" lvl="8" marL="0" algn="r">
              <a:spcBef>
                <a:spcPts val="0"/>
              </a:spcBef>
              <a:buNone/>
              <a:defRPr sz="1200">
                <a:solidFill>
                  <a:schemeClr val="l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50 Right Photo Layout" showMasterSp="0">
  <p:cSld name="50-50 Right Photo Layout">
    <p:spTree>
      <p:nvGrpSpPr>
        <p:cNvPr id="136" name="Shape 136"/>
        <p:cNvGrpSpPr/>
        <p:nvPr/>
      </p:nvGrpSpPr>
      <p:grpSpPr>
        <a:xfrm>
          <a:off x="0" y="0"/>
          <a:ext cx="0" cy="0"/>
          <a:chOff x="0" y="0"/>
          <a:chExt cx="0" cy="0"/>
        </a:xfrm>
      </p:grpSpPr>
      <p:pic>
        <p:nvPicPr>
          <p:cNvPr id="137" name="Google Shape;137;p45"/>
          <p:cNvPicPr preferRelativeResize="0"/>
          <p:nvPr>
            <p:ph idx="2" type="pic"/>
          </p:nvPr>
        </p:nvPicPr>
        <p:blipFill/>
        <p:spPr>
          <a:xfrm>
            <a:off x="6129304" y="0"/>
            <a:ext cx="6062696" cy="6856100"/>
          </a:xfrm>
          <a:prstGeom prst="rect">
            <a:avLst/>
          </a:prstGeom>
          <a:blipFill rotWithShape="1">
            <a:blip r:embed="rId2">
              <a:alphaModFix/>
            </a:blip>
            <a:stretch>
              <a:fillRect b="0" l="0" r="0" t="0"/>
            </a:stretch>
          </a:blipFill>
          <a:ln>
            <a:noFill/>
          </a:ln>
        </p:spPr>
      </p:pic>
      <p:sp>
        <p:nvSpPr>
          <p:cNvPr id="138" name="Google Shape;138;p45"/>
          <p:cNvSpPr txBox="1"/>
          <p:nvPr>
            <p:ph idx="12" type="sldNum"/>
          </p:nvPr>
        </p:nvSpPr>
        <p:spPr>
          <a:xfrm>
            <a:off x="11837561" y="6484937"/>
            <a:ext cx="38774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chemeClr val="lt1"/>
                </a:solidFill>
                <a:latin typeface="Quattrocento Sans"/>
                <a:ea typeface="Quattrocento Sans"/>
                <a:cs typeface="Quattrocento Sans"/>
                <a:sym typeface="Quattrocento Sans"/>
              </a:defRPr>
            </a:lvl1pPr>
            <a:lvl2pPr indent="0" lvl="1" marL="0" algn="r">
              <a:spcBef>
                <a:spcPts val="0"/>
              </a:spcBef>
              <a:buNone/>
              <a:defRPr sz="1100">
                <a:solidFill>
                  <a:schemeClr val="lt1"/>
                </a:solidFill>
                <a:latin typeface="Quattrocento Sans"/>
                <a:ea typeface="Quattrocento Sans"/>
                <a:cs typeface="Quattrocento Sans"/>
                <a:sym typeface="Quattrocento Sans"/>
              </a:defRPr>
            </a:lvl2pPr>
            <a:lvl3pPr indent="0" lvl="2" marL="0" algn="r">
              <a:spcBef>
                <a:spcPts val="0"/>
              </a:spcBef>
              <a:buNone/>
              <a:defRPr sz="1100">
                <a:solidFill>
                  <a:schemeClr val="lt1"/>
                </a:solidFill>
                <a:latin typeface="Quattrocento Sans"/>
                <a:ea typeface="Quattrocento Sans"/>
                <a:cs typeface="Quattrocento Sans"/>
                <a:sym typeface="Quattrocento Sans"/>
              </a:defRPr>
            </a:lvl3pPr>
            <a:lvl4pPr indent="0" lvl="3" marL="0" algn="r">
              <a:spcBef>
                <a:spcPts val="0"/>
              </a:spcBef>
              <a:buNone/>
              <a:defRPr sz="1100">
                <a:solidFill>
                  <a:schemeClr val="lt1"/>
                </a:solidFill>
                <a:latin typeface="Quattrocento Sans"/>
                <a:ea typeface="Quattrocento Sans"/>
                <a:cs typeface="Quattrocento Sans"/>
                <a:sym typeface="Quattrocento Sans"/>
              </a:defRPr>
            </a:lvl4pPr>
            <a:lvl5pPr indent="0" lvl="4" marL="0" algn="r">
              <a:spcBef>
                <a:spcPts val="0"/>
              </a:spcBef>
              <a:buNone/>
              <a:defRPr sz="1100">
                <a:solidFill>
                  <a:schemeClr val="lt1"/>
                </a:solidFill>
                <a:latin typeface="Quattrocento Sans"/>
                <a:ea typeface="Quattrocento Sans"/>
                <a:cs typeface="Quattrocento Sans"/>
                <a:sym typeface="Quattrocento Sans"/>
              </a:defRPr>
            </a:lvl5pPr>
            <a:lvl6pPr indent="0" lvl="5" marL="0" algn="r">
              <a:spcBef>
                <a:spcPts val="0"/>
              </a:spcBef>
              <a:buNone/>
              <a:defRPr sz="1100">
                <a:solidFill>
                  <a:schemeClr val="lt1"/>
                </a:solidFill>
                <a:latin typeface="Quattrocento Sans"/>
                <a:ea typeface="Quattrocento Sans"/>
                <a:cs typeface="Quattrocento Sans"/>
                <a:sym typeface="Quattrocento Sans"/>
              </a:defRPr>
            </a:lvl6pPr>
            <a:lvl7pPr indent="0" lvl="6" marL="0" algn="r">
              <a:spcBef>
                <a:spcPts val="0"/>
              </a:spcBef>
              <a:buNone/>
              <a:defRPr sz="1100">
                <a:solidFill>
                  <a:schemeClr val="lt1"/>
                </a:solidFill>
                <a:latin typeface="Quattrocento Sans"/>
                <a:ea typeface="Quattrocento Sans"/>
                <a:cs typeface="Quattrocento Sans"/>
                <a:sym typeface="Quattrocento Sans"/>
              </a:defRPr>
            </a:lvl7pPr>
            <a:lvl8pPr indent="0" lvl="7" marL="0" algn="r">
              <a:spcBef>
                <a:spcPts val="0"/>
              </a:spcBef>
              <a:buNone/>
              <a:defRPr sz="1100">
                <a:solidFill>
                  <a:schemeClr val="lt1"/>
                </a:solidFill>
                <a:latin typeface="Quattrocento Sans"/>
                <a:ea typeface="Quattrocento Sans"/>
                <a:cs typeface="Quattrocento Sans"/>
                <a:sym typeface="Quattrocento Sans"/>
              </a:defRPr>
            </a:lvl8pPr>
            <a:lvl9pPr indent="0" lvl="8" marL="0" algn="r">
              <a:spcBef>
                <a:spcPts val="0"/>
              </a:spcBef>
              <a:buNone/>
              <a:defRPr sz="1100">
                <a:solidFill>
                  <a:schemeClr val="l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139" name="Google Shape;139;p45"/>
          <p:cNvSpPr txBox="1"/>
          <p:nvPr>
            <p:ph idx="1" type="body"/>
          </p:nvPr>
        </p:nvSpPr>
        <p:spPr>
          <a:xfrm>
            <a:off x="1875949" y="419100"/>
            <a:ext cx="2377440" cy="840230"/>
          </a:xfrm>
          <a:prstGeom prst="rect">
            <a:avLst/>
          </a:prstGeom>
          <a:noFill/>
          <a:ln>
            <a:noFill/>
          </a:ln>
        </p:spPr>
        <p:txBody>
          <a:bodyPr anchorCtr="0" anchor="t" bIns="45700" lIns="146300" spcFirstLastPara="1" rIns="146300" wrap="square" tIns="45700">
            <a:spAutoFit/>
          </a:bodyPr>
          <a:lstStyle>
            <a:lvl1pPr indent="-228600" lvl="0" marL="457200" algn="ctr">
              <a:lnSpc>
                <a:spcPct val="90000"/>
              </a:lnSpc>
              <a:spcBef>
                <a:spcPts val="1000"/>
              </a:spcBef>
              <a:spcAft>
                <a:spcPts val="0"/>
              </a:spcAft>
              <a:buClr>
                <a:schemeClr val="accent4"/>
              </a:buClr>
              <a:buSzPts val="5400"/>
              <a:buNone/>
              <a:defRPr sz="5400">
                <a:solidFill>
                  <a:schemeClr val="accent4"/>
                </a:solidFill>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3F3F3F"/>
              </a:buClr>
              <a:buSzPts val="2200"/>
              <a:buNone/>
              <a:defRPr sz="2200">
                <a:solidFill>
                  <a:srgbClr val="3F3F3F"/>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1800"/>
              <a:buNone/>
              <a:defRPr sz="1800"/>
            </a:lvl3pPr>
            <a:lvl4pPr indent="-228600" lvl="3" marL="1828800" algn="ctr">
              <a:lnSpc>
                <a:spcPct val="90000"/>
              </a:lnSpc>
              <a:spcBef>
                <a:spcPts val="1200"/>
              </a:spcBef>
              <a:spcAft>
                <a:spcPts val="0"/>
              </a:spcAft>
              <a:buClr>
                <a:srgbClr val="262626"/>
              </a:buClr>
              <a:buSzPts val="1800"/>
              <a:buNone/>
              <a:defRPr sz="1800">
                <a:latin typeface="Quattrocento Sans"/>
                <a:ea typeface="Quattrocento Sans"/>
                <a:cs typeface="Quattrocento Sans"/>
                <a:sym typeface="Quattrocento Sans"/>
              </a:defRPr>
            </a:lvl4pPr>
            <a:lvl5pPr indent="-228600" lvl="4" marL="2286000" algn="ctr">
              <a:lnSpc>
                <a:spcPct val="90000"/>
              </a:lnSpc>
              <a:spcBef>
                <a:spcPts val="600"/>
              </a:spcBef>
              <a:spcAft>
                <a:spcPts val="0"/>
              </a:spcAft>
              <a:buClr>
                <a:srgbClr val="262626"/>
              </a:buClr>
              <a:buSzPts val="1600"/>
              <a:buNone/>
              <a:defRPr sz="16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 name="Google Shape;140;p45"/>
          <p:cNvSpPr txBox="1"/>
          <p:nvPr>
            <p:ph idx="3" type="body"/>
          </p:nvPr>
        </p:nvSpPr>
        <p:spPr>
          <a:xfrm>
            <a:off x="0" y="3429000"/>
            <a:ext cx="6096000" cy="2594043"/>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0"/>
              </a:spcBef>
              <a:spcAft>
                <a:spcPts val="0"/>
              </a:spcAft>
              <a:buClr>
                <a:schemeClr val="dk2"/>
              </a:buClr>
              <a:buSzPts val="3600"/>
              <a:buNone/>
              <a:defRPr b="0" i="0" sz="3600">
                <a:solidFill>
                  <a:schemeClr val="dk2"/>
                </a:solidFill>
                <a:latin typeface="Quattrocento Sans"/>
                <a:ea typeface="Quattrocento Sans"/>
                <a:cs typeface="Quattrocento Sans"/>
                <a:sym typeface="Quattrocento Sans"/>
              </a:defRPr>
            </a:lvl1pPr>
            <a:lvl2pPr indent="-228600" lvl="1" marL="914400" algn="ctr">
              <a:lnSpc>
                <a:spcPct val="90000"/>
              </a:lnSpc>
              <a:spcBef>
                <a:spcPts val="3000"/>
              </a:spcBef>
              <a:spcAft>
                <a:spcPts val="0"/>
              </a:spcAft>
              <a:buClr>
                <a:srgbClr val="595959"/>
              </a:buClr>
              <a:buSzPts val="2800"/>
              <a:buNone/>
              <a:defRPr sz="2800"/>
            </a:lvl2pPr>
            <a:lvl3pPr indent="-228600" lvl="2" marL="1371600" algn="ctr">
              <a:lnSpc>
                <a:spcPct val="90000"/>
              </a:lnSpc>
              <a:spcBef>
                <a:spcPts val="1200"/>
              </a:spcBef>
              <a:spcAft>
                <a:spcPts val="0"/>
              </a:spcAft>
              <a:buClr>
                <a:srgbClr val="262626"/>
              </a:buClr>
              <a:buSzPts val="2400"/>
              <a:buNone/>
              <a:defRPr b="0" sz="2400">
                <a:solidFill>
                  <a:srgbClr val="262626"/>
                </a:solidFill>
                <a:latin typeface="Quattrocento Sans"/>
                <a:ea typeface="Quattrocento Sans"/>
                <a:cs typeface="Quattrocento Sans"/>
                <a:sym typeface="Quattrocento Sans"/>
              </a:defRPr>
            </a:lvl3pPr>
            <a:lvl4pPr indent="-228600" lvl="3" marL="1828800" algn="ctr">
              <a:lnSpc>
                <a:spcPct val="90000"/>
              </a:lnSpc>
              <a:spcBef>
                <a:spcPts val="600"/>
              </a:spcBef>
              <a:spcAft>
                <a:spcPts val="0"/>
              </a:spcAft>
              <a:buClr>
                <a:srgbClr val="262626"/>
              </a:buClr>
              <a:buSzPts val="2000"/>
              <a:buNone/>
              <a:defRPr b="1" sz="2000"/>
            </a:lvl4pPr>
            <a:lvl5pPr indent="-228600" lvl="4" marL="2286000" algn="ctr">
              <a:lnSpc>
                <a:spcPct val="90000"/>
              </a:lnSpc>
              <a:spcBef>
                <a:spcPts val="600"/>
              </a:spcBef>
              <a:spcAft>
                <a:spcPts val="0"/>
              </a:spcAft>
              <a:buClr>
                <a:srgbClr val="262626"/>
              </a:buClr>
              <a:buSzPts val="1800"/>
              <a:buNone/>
              <a:defRPr sz="18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p45"/>
          <p:cNvSpPr txBox="1"/>
          <p:nvPr>
            <p:ph idx="4" type="body"/>
          </p:nvPr>
        </p:nvSpPr>
        <p:spPr>
          <a:xfrm>
            <a:off x="0" y="1554163"/>
            <a:ext cx="6096000" cy="548957"/>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1000"/>
              </a:spcBef>
              <a:spcAft>
                <a:spcPts val="0"/>
              </a:spcAft>
              <a:buClr>
                <a:schemeClr val="dk1"/>
              </a:buClr>
              <a:buSzPts val="3600"/>
              <a:buNone/>
              <a:defRPr b="0" sz="3600">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595959"/>
              </a:buClr>
              <a:buSzPts val="3200"/>
              <a:buNone/>
              <a:defRPr b="0" sz="3200">
                <a:solidFill>
                  <a:srgbClr val="595959"/>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2000"/>
              <a:buNone/>
              <a:defRPr/>
            </a:lvl3pPr>
            <a:lvl4pPr indent="-228600" lvl="3" marL="1828800" algn="ctr">
              <a:lnSpc>
                <a:spcPct val="90000"/>
              </a:lnSpc>
              <a:spcBef>
                <a:spcPts val="1200"/>
              </a:spcBef>
              <a:spcAft>
                <a:spcPts val="0"/>
              </a:spcAft>
              <a:buClr>
                <a:srgbClr val="262626"/>
              </a:buClr>
              <a:buSzPts val="1600"/>
              <a:buNone/>
              <a:defRPr/>
            </a:lvl4pPr>
            <a:lvl5pPr indent="-228600" lvl="4" marL="2286000" algn="ctr">
              <a:lnSpc>
                <a:spcPct val="90000"/>
              </a:lnSpc>
              <a:spcBef>
                <a:spcPts val="600"/>
              </a:spcBef>
              <a:spcAft>
                <a:spcPts val="0"/>
              </a:spcAft>
              <a:buClr>
                <a:srgbClr val="262626"/>
              </a:buClr>
              <a:buSzPts val="16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 name="Google Shape;142;p45"/>
          <p:cNvSpPr txBox="1"/>
          <p:nvPr/>
        </p:nvSpPr>
        <p:spPr>
          <a:xfrm>
            <a:off x="10343911" y="6498718"/>
            <a:ext cx="523406"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Quattrocento Sans"/>
                <a:ea typeface="Quattrocento Sans"/>
                <a:cs typeface="Quattrocento Sans"/>
                <a:sym typeface="Quattrocento Sans"/>
              </a:rPr>
              <a:t>‹#›</a:t>
            </a:fld>
            <a:endParaRPr sz="1200">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50-50 Left Photo Layout with text" showMasterSp="0">
  <p:cSld name="5_50-50 Left Photo Layout with text">
    <p:spTree>
      <p:nvGrpSpPr>
        <p:cNvPr id="143" name="Shape 143"/>
        <p:cNvGrpSpPr/>
        <p:nvPr/>
      </p:nvGrpSpPr>
      <p:grpSpPr>
        <a:xfrm>
          <a:off x="0" y="0"/>
          <a:ext cx="0" cy="0"/>
          <a:chOff x="0" y="0"/>
          <a:chExt cx="0" cy="0"/>
        </a:xfrm>
      </p:grpSpPr>
      <p:pic>
        <p:nvPicPr>
          <p:cNvPr id="144" name="Google Shape;144;p46"/>
          <p:cNvPicPr preferRelativeResize="0"/>
          <p:nvPr>
            <p:ph idx="2" type="pic"/>
          </p:nvPr>
        </p:nvPicPr>
        <p:blipFill/>
        <p:spPr>
          <a:xfrm>
            <a:off x="0" y="0"/>
            <a:ext cx="6094444" cy="6856100"/>
          </a:xfrm>
          <a:prstGeom prst="rect">
            <a:avLst/>
          </a:prstGeom>
          <a:blipFill rotWithShape="1">
            <a:blip r:embed="rId2">
              <a:alphaModFix/>
            </a:blip>
            <a:stretch>
              <a:fillRect b="0" l="0" r="0" t="0"/>
            </a:stretch>
          </a:blipFill>
          <a:ln>
            <a:noFill/>
          </a:ln>
        </p:spPr>
      </p:pic>
      <p:sp>
        <p:nvSpPr>
          <p:cNvPr id="145" name="Google Shape;145;p46"/>
          <p:cNvSpPr txBox="1"/>
          <p:nvPr>
            <p:ph idx="1" type="body"/>
          </p:nvPr>
        </p:nvSpPr>
        <p:spPr>
          <a:xfrm>
            <a:off x="6180534" y="3429000"/>
            <a:ext cx="6011466" cy="2754087"/>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0"/>
              </a:spcBef>
              <a:spcAft>
                <a:spcPts val="0"/>
              </a:spcAft>
              <a:buClr>
                <a:schemeClr val="dk2"/>
              </a:buClr>
              <a:buSzPts val="3600"/>
              <a:buNone/>
              <a:defRPr b="0" i="0" sz="3600">
                <a:solidFill>
                  <a:schemeClr val="dk2"/>
                </a:solidFill>
                <a:latin typeface="Quattrocento Sans"/>
                <a:ea typeface="Quattrocento Sans"/>
                <a:cs typeface="Quattrocento Sans"/>
                <a:sym typeface="Quattrocento Sans"/>
              </a:defRPr>
            </a:lvl1pPr>
            <a:lvl2pPr indent="-228600" lvl="1" marL="914400" algn="ctr">
              <a:lnSpc>
                <a:spcPct val="90000"/>
              </a:lnSpc>
              <a:spcBef>
                <a:spcPts val="3000"/>
              </a:spcBef>
              <a:spcAft>
                <a:spcPts val="0"/>
              </a:spcAft>
              <a:buClr>
                <a:srgbClr val="595959"/>
              </a:buClr>
              <a:buSzPts val="2800"/>
              <a:buNone/>
              <a:defRPr sz="2800"/>
            </a:lvl2pPr>
            <a:lvl3pPr indent="-228600" lvl="2" marL="1371600" algn="ctr">
              <a:lnSpc>
                <a:spcPct val="90000"/>
              </a:lnSpc>
              <a:spcBef>
                <a:spcPts val="1200"/>
              </a:spcBef>
              <a:spcAft>
                <a:spcPts val="0"/>
              </a:spcAft>
              <a:buClr>
                <a:srgbClr val="262626"/>
              </a:buClr>
              <a:buSzPts val="2400"/>
              <a:buNone/>
              <a:defRPr b="0" sz="2400">
                <a:solidFill>
                  <a:srgbClr val="262626"/>
                </a:solidFill>
                <a:latin typeface="Quattrocento Sans"/>
                <a:ea typeface="Quattrocento Sans"/>
                <a:cs typeface="Quattrocento Sans"/>
                <a:sym typeface="Quattrocento Sans"/>
              </a:defRPr>
            </a:lvl3pPr>
            <a:lvl4pPr indent="-228600" lvl="3" marL="1828800" algn="ctr">
              <a:lnSpc>
                <a:spcPct val="90000"/>
              </a:lnSpc>
              <a:spcBef>
                <a:spcPts val="1200"/>
              </a:spcBef>
              <a:spcAft>
                <a:spcPts val="0"/>
              </a:spcAft>
              <a:buClr>
                <a:srgbClr val="262626"/>
              </a:buClr>
              <a:buSzPts val="2000"/>
              <a:buNone/>
              <a:defRPr b="1" sz="2000"/>
            </a:lvl4pPr>
            <a:lvl5pPr indent="-228600" lvl="4" marL="2286000" algn="ctr">
              <a:lnSpc>
                <a:spcPct val="90000"/>
              </a:lnSpc>
              <a:spcBef>
                <a:spcPts val="600"/>
              </a:spcBef>
              <a:spcAft>
                <a:spcPts val="0"/>
              </a:spcAft>
              <a:buClr>
                <a:srgbClr val="262626"/>
              </a:buClr>
              <a:buSzPts val="1800"/>
              <a:buNone/>
              <a:defRPr sz="18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p46"/>
          <p:cNvSpPr txBox="1"/>
          <p:nvPr>
            <p:ph idx="3" type="body"/>
          </p:nvPr>
        </p:nvSpPr>
        <p:spPr>
          <a:xfrm>
            <a:off x="6180534" y="1554163"/>
            <a:ext cx="5791200" cy="535531"/>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1000"/>
              </a:spcBef>
              <a:spcAft>
                <a:spcPts val="0"/>
              </a:spcAft>
              <a:buClr>
                <a:schemeClr val="dk1"/>
              </a:buClr>
              <a:buSzPts val="3600"/>
              <a:buNone/>
              <a:defRPr b="0" sz="3600">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595959"/>
              </a:buClr>
              <a:buSzPts val="3200"/>
              <a:buNone/>
              <a:defRPr b="0" sz="3200">
                <a:solidFill>
                  <a:srgbClr val="595959"/>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2000"/>
              <a:buNone/>
              <a:defRPr/>
            </a:lvl3pPr>
            <a:lvl4pPr indent="-228600" lvl="3" marL="1828800" algn="ctr">
              <a:lnSpc>
                <a:spcPct val="90000"/>
              </a:lnSpc>
              <a:spcBef>
                <a:spcPts val="1200"/>
              </a:spcBef>
              <a:spcAft>
                <a:spcPts val="0"/>
              </a:spcAft>
              <a:buClr>
                <a:srgbClr val="262626"/>
              </a:buClr>
              <a:buSzPts val="1600"/>
              <a:buNone/>
              <a:defRPr/>
            </a:lvl4pPr>
            <a:lvl5pPr indent="-228600" lvl="4" marL="2286000" algn="ctr">
              <a:lnSpc>
                <a:spcPct val="90000"/>
              </a:lnSpc>
              <a:spcBef>
                <a:spcPts val="600"/>
              </a:spcBef>
              <a:spcAft>
                <a:spcPts val="0"/>
              </a:spcAft>
              <a:buClr>
                <a:srgbClr val="262626"/>
              </a:buClr>
              <a:buSzPts val="16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 name="Google Shape;147;p46"/>
          <p:cNvSpPr txBox="1"/>
          <p:nvPr>
            <p:ph idx="4" type="body"/>
          </p:nvPr>
        </p:nvSpPr>
        <p:spPr>
          <a:xfrm>
            <a:off x="7743349" y="419100"/>
            <a:ext cx="2377440" cy="840230"/>
          </a:xfrm>
          <a:prstGeom prst="rect">
            <a:avLst/>
          </a:prstGeom>
          <a:noFill/>
          <a:ln>
            <a:noFill/>
          </a:ln>
        </p:spPr>
        <p:txBody>
          <a:bodyPr anchorCtr="0" anchor="t" bIns="45700" lIns="146300" spcFirstLastPara="1" rIns="146300" wrap="square" tIns="45700">
            <a:spAutoFit/>
          </a:bodyPr>
          <a:lstStyle>
            <a:lvl1pPr indent="-228600" lvl="0" marL="457200" algn="ctr">
              <a:lnSpc>
                <a:spcPct val="90000"/>
              </a:lnSpc>
              <a:spcBef>
                <a:spcPts val="1000"/>
              </a:spcBef>
              <a:spcAft>
                <a:spcPts val="0"/>
              </a:spcAft>
              <a:buClr>
                <a:schemeClr val="accent4"/>
              </a:buClr>
              <a:buSzPts val="5400"/>
              <a:buNone/>
              <a:defRPr sz="5400">
                <a:solidFill>
                  <a:schemeClr val="accent4"/>
                </a:solidFill>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3F3F3F"/>
              </a:buClr>
              <a:buSzPts val="2200"/>
              <a:buNone/>
              <a:defRPr sz="2200">
                <a:solidFill>
                  <a:srgbClr val="3F3F3F"/>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1800"/>
              <a:buNone/>
              <a:defRPr sz="1800"/>
            </a:lvl3pPr>
            <a:lvl4pPr indent="-228600" lvl="3" marL="1828800" algn="ctr">
              <a:lnSpc>
                <a:spcPct val="90000"/>
              </a:lnSpc>
              <a:spcBef>
                <a:spcPts val="1200"/>
              </a:spcBef>
              <a:spcAft>
                <a:spcPts val="0"/>
              </a:spcAft>
              <a:buClr>
                <a:srgbClr val="262626"/>
              </a:buClr>
              <a:buSzPts val="1800"/>
              <a:buNone/>
              <a:defRPr sz="1800">
                <a:latin typeface="Quattrocento Sans"/>
                <a:ea typeface="Quattrocento Sans"/>
                <a:cs typeface="Quattrocento Sans"/>
                <a:sym typeface="Quattrocento Sans"/>
              </a:defRPr>
            </a:lvl4pPr>
            <a:lvl5pPr indent="-228600" lvl="4" marL="2286000" algn="ctr">
              <a:lnSpc>
                <a:spcPct val="90000"/>
              </a:lnSpc>
              <a:spcBef>
                <a:spcPts val="600"/>
              </a:spcBef>
              <a:spcAft>
                <a:spcPts val="0"/>
              </a:spcAft>
              <a:buClr>
                <a:srgbClr val="262626"/>
              </a:buClr>
              <a:buSzPts val="1600"/>
              <a:buNone/>
              <a:defRPr sz="1600">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46"/>
          <p:cNvSpPr txBox="1"/>
          <p:nvPr>
            <p:ph idx="12" type="sldNum"/>
          </p:nvPr>
        </p:nvSpPr>
        <p:spPr>
          <a:xfrm>
            <a:off x="11668594" y="6484937"/>
            <a:ext cx="52340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Quattrocento Sans"/>
                <a:ea typeface="Quattrocento Sans"/>
                <a:cs typeface="Quattrocento Sans"/>
                <a:sym typeface="Quattrocento Sans"/>
              </a:defRPr>
            </a:lvl1pPr>
            <a:lvl2pPr indent="0" lvl="1" marL="0" algn="r">
              <a:spcBef>
                <a:spcPts val="0"/>
              </a:spcBef>
              <a:buNone/>
              <a:defRPr sz="1200">
                <a:solidFill>
                  <a:schemeClr val="dk2"/>
                </a:solidFill>
                <a:latin typeface="Quattrocento Sans"/>
                <a:ea typeface="Quattrocento Sans"/>
                <a:cs typeface="Quattrocento Sans"/>
                <a:sym typeface="Quattrocento Sans"/>
              </a:defRPr>
            </a:lvl2pPr>
            <a:lvl3pPr indent="0" lvl="2" marL="0" algn="r">
              <a:spcBef>
                <a:spcPts val="0"/>
              </a:spcBef>
              <a:buNone/>
              <a:defRPr sz="1200">
                <a:solidFill>
                  <a:schemeClr val="dk2"/>
                </a:solidFill>
                <a:latin typeface="Quattrocento Sans"/>
                <a:ea typeface="Quattrocento Sans"/>
                <a:cs typeface="Quattrocento Sans"/>
                <a:sym typeface="Quattrocento Sans"/>
              </a:defRPr>
            </a:lvl3pPr>
            <a:lvl4pPr indent="0" lvl="3" marL="0" algn="r">
              <a:spcBef>
                <a:spcPts val="0"/>
              </a:spcBef>
              <a:buNone/>
              <a:defRPr sz="1200">
                <a:solidFill>
                  <a:schemeClr val="dk2"/>
                </a:solidFill>
                <a:latin typeface="Quattrocento Sans"/>
                <a:ea typeface="Quattrocento Sans"/>
                <a:cs typeface="Quattrocento Sans"/>
                <a:sym typeface="Quattrocento Sans"/>
              </a:defRPr>
            </a:lvl4pPr>
            <a:lvl5pPr indent="0" lvl="4" marL="0" algn="r">
              <a:spcBef>
                <a:spcPts val="0"/>
              </a:spcBef>
              <a:buNone/>
              <a:defRPr sz="1200">
                <a:solidFill>
                  <a:schemeClr val="dk2"/>
                </a:solidFill>
                <a:latin typeface="Quattrocento Sans"/>
                <a:ea typeface="Quattrocento Sans"/>
                <a:cs typeface="Quattrocento Sans"/>
                <a:sym typeface="Quattrocento Sans"/>
              </a:defRPr>
            </a:lvl5pPr>
            <a:lvl6pPr indent="0" lvl="5" marL="0" algn="r">
              <a:spcBef>
                <a:spcPts val="0"/>
              </a:spcBef>
              <a:buNone/>
              <a:defRPr sz="1200">
                <a:solidFill>
                  <a:schemeClr val="dk2"/>
                </a:solidFill>
                <a:latin typeface="Quattrocento Sans"/>
                <a:ea typeface="Quattrocento Sans"/>
                <a:cs typeface="Quattrocento Sans"/>
                <a:sym typeface="Quattrocento Sans"/>
              </a:defRPr>
            </a:lvl6pPr>
            <a:lvl7pPr indent="0" lvl="6" marL="0" algn="r">
              <a:spcBef>
                <a:spcPts val="0"/>
              </a:spcBef>
              <a:buNone/>
              <a:defRPr sz="1200">
                <a:solidFill>
                  <a:schemeClr val="dk2"/>
                </a:solidFill>
                <a:latin typeface="Quattrocento Sans"/>
                <a:ea typeface="Quattrocento Sans"/>
                <a:cs typeface="Quattrocento Sans"/>
                <a:sym typeface="Quattrocento Sans"/>
              </a:defRPr>
            </a:lvl7pPr>
            <a:lvl8pPr indent="0" lvl="7" marL="0" algn="r">
              <a:spcBef>
                <a:spcPts val="0"/>
              </a:spcBef>
              <a:buNone/>
              <a:defRPr sz="1200">
                <a:solidFill>
                  <a:schemeClr val="dk2"/>
                </a:solidFill>
                <a:latin typeface="Quattrocento Sans"/>
                <a:ea typeface="Quattrocento Sans"/>
                <a:cs typeface="Quattrocento Sans"/>
                <a:sym typeface="Quattrocento Sans"/>
              </a:defRPr>
            </a:lvl8pPr>
            <a:lvl9pPr indent="0" lvl="8" marL="0" algn="r">
              <a:spcBef>
                <a:spcPts val="0"/>
              </a:spcBef>
              <a:buNone/>
              <a:defRPr sz="1200">
                <a:solidFill>
                  <a:schemeClr val="dk2"/>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50-50 Left Photo Layout with text" showMasterSp="0">
  <p:cSld name="4_50-50 Left Photo Layout with text">
    <p:spTree>
      <p:nvGrpSpPr>
        <p:cNvPr id="149" name="Shape 149"/>
        <p:cNvGrpSpPr/>
        <p:nvPr/>
      </p:nvGrpSpPr>
      <p:grpSpPr>
        <a:xfrm>
          <a:off x="0" y="0"/>
          <a:ext cx="0" cy="0"/>
          <a:chOff x="0" y="0"/>
          <a:chExt cx="0" cy="0"/>
        </a:xfrm>
      </p:grpSpPr>
      <p:pic>
        <p:nvPicPr>
          <p:cNvPr id="150" name="Google Shape;150;p47"/>
          <p:cNvPicPr preferRelativeResize="0"/>
          <p:nvPr>
            <p:ph idx="2" type="pic"/>
          </p:nvPr>
        </p:nvPicPr>
        <p:blipFill/>
        <p:spPr>
          <a:xfrm flipH="1">
            <a:off x="0" y="0"/>
            <a:ext cx="6094444" cy="6856100"/>
          </a:xfrm>
          <a:prstGeom prst="rect">
            <a:avLst/>
          </a:prstGeom>
          <a:blipFill rotWithShape="1">
            <a:blip r:embed="rId2">
              <a:alphaModFix/>
            </a:blip>
            <a:stretch>
              <a:fillRect b="0" l="0" r="0" t="0"/>
            </a:stretch>
          </a:blipFill>
          <a:ln>
            <a:noFill/>
          </a:ln>
        </p:spPr>
      </p:pic>
      <p:sp>
        <p:nvSpPr>
          <p:cNvPr id="151" name="Google Shape;151;p47"/>
          <p:cNvSpPr txBox="1"/>
          <p:nvPr>
            <p:ph idx="1" type="body"/>
          </p:nvPr>
        </p:nvSpPr>
        <p:spPr>
          <a:xfrm>
            <a:off x="6138266" y="3457545"/>
            <a:ext cx="6053733" cy="2754087"/>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0"/>
              </a:spcBef>
              <a:spcAft>
                <a:spcPts val="0"/>
              </a:spcAft>
              <a:buClr>
                <a:schemeClr val="dk2"/>
              </a:buClr>
              <a:buSzPts val="3600"/>
              <a:buNone/>
              <a:defRPr b="0" i="0" sz="3600">
                <a:solidFill>
                  <a:schemeClr val="dk2"/>
                </a:solidFill>
                <a:latin typeface="Quattrocento Sans"/>
                <a:ea typeface="Quattrocento Sans"/>
                <a:cs typeface="Quattrocento Sans"/>
                <a:sym typeface="Quattrocento Sans"/>
              </a:defRPr>
            </a:lvl1pPr>
            <a:lvl2pPr indent="-228600" lvl="1" marL="914400" algn="ctr">
              <a:lnSpc>
                <a:spcPct val="90000"/>
              </a:lnSpc>
              <a:spcBef>
                <a:spcPts val="3000"/>
              </a:spcBef>
              <a:spcAft>
                <a:spcPts val="0"/>
              </a:spcAft>
              <a:buClr>
                <a:srgbClr val="595959"/>
              </a:buClr>
              <a:buSzPts val="2800"/>
              <a:buNone/>
              <a:defRPr sz="2800"/>
            </a:lvl2pPr>
            <a:lvl3pPr indent="-228600" lvl="2" marL="1371600" algn="ctr">
              <a:lnSpc>
                <a:spcPct val="90000"/>
              </a:lnSpc>
              <a:spcBef>
                <a:spcPts val="1200"/>
              </a:spcBef>
              <a:spcAft>
                <a:spcPts val="0"/>
              </a:spcAft>
              <a:buClr>
                <a:srgbClr val="262626"/>
              </a:buClr>
              <a:buSzPts val="2400"/>
              <a:buNone/>
              <a:defRPr b="0" sz="2400">
                <a:solidFill>
                  <a:srgbClr val="262626"/>
                </a:solidFill>
                <a:latin typeface="Quattrocento Sans"/>
                <a:ea typeface="Quattrocento Sans"/>
                <a:cs typeface="Quattrocento Sans"/>
                <a:sym typeface="Quattrocento Sans"/>
              </a:defRPr>
            </a:lvl3pPr>
            <a:lvl4pPr indent="-228600" lvl="3" marL="1828800" algn="ctr">
              <a:lnSpc>
                <a:spcPct val="90000"/>
              </a:lnSpc>
              <a:spcBef>
                <a:spcPts val="1200"/>
              </a:spcBef>
              <a:spcAft>
                <a:spcPts val="0"/>
              </a:spcAft>
              <a:buClr>
                <a:srgbClr val="262626"/>
              </a:buClr>
              <a:buSzPts val="2000"/>
              <a:buNone/>
              <a:defRPr b="1" sz="2000"/>
            </a:lvl4pPr>
            <a:lvl5pPr indent="-228600" lvl="4" marL="2286000" algn="ctr">
              <a:lnSpc>
                <a:spcPct val="90000"/>
              </a:lnSpc>
              <a:spcBef>
                <a:spcPts val="600"/>
              </a:spcBef>
              <a:spcAft>
                <a:spcPts val="0"/>
              </a:spcAft>
              <a:buClr>
                <a:srgbClr val="262626"/>
              </a:buClr>
              <a:buSzPts val="1800"/>
              <a:buNone/>
              <a:defRPr sz="18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47"/>
          <p:cNvSpPr txBox="1"/>
          <p:nvPr>
            <p:ph idx="3" type="body"/>
          </p:nvPr>
        </p:nvSpPr>
        <p:spPr>
          <a:xfrm>
            <a:off x="6138267" y="1554164"/>
            <a:ext cx="5875734" cy="535531"/>
          </a:xfrm>
          <a:prstGeom prst="rect">
            <a:avLst/>
          </a:prstGeom>
          <a:noFill/>
          <a:ln>
            <a:noFill/>
          </a:ln>
        </p:spPr>
        <p:txBody>
          <a:bodyPr anchorCtr="0" anchor="t" bIns="45700" lIns="91425" spcFirstLastPara="1" rIns="91425" wrap="square" tIns="45700">
            <a:spAutoFit/>
          </a:bodyPr>
          <a:lstStyle>
            <a:lvl1pPr indent="-228600" lvl="0" marL="457200" algn="ctr">
              <a:lnSpc>
                <a:spcPct val="90000"/>
              </a:lnSpc>
              <a:spcBef>
                <a:spcPts val="1000"/>
              </a:spcBef>
              <a:spcAft>
                <a:spcPts val="0"/>
              </a:spcAft>
              <a:buClr>
                <a:schemeClr val="dk1"/>
              </a:buClr>
              <a:buSzPts val="3600"/>
              <a:buNone/>
              <a:defRPr b="0" sz="3600">
                <a:latin typeface="Quattrocento Sans"/>
                <a:ea typeface="Quattrocento Sans"/>
                <a:cs typeface="Quattrocento Sans"/>
                <a:sym typeface="Quattrocento Sans"/>
              </a:defRPr>
            </a:lvl1pPr>
            <a:lvl2pPr indent="-228600" lvl="1" marL="914400" algn="ctr">
              <a:lnSpc>
                <a:spcPct val="90000"/>
              </a:lnSpc>
              <a:spcBef>
                <a:spcPts val="500"/>
              </a:spcBef>
              <a:spcAft>
                <a:spcPts val="0"/>
              </a:spcAft>
              <a:buClr>
                <a:srgbClr val="595959"/>
              </a:buClr>
              <a:buSzPts val="3200"/>
              <a:buFont typeface="Arial"/>
              <a:buNone/>
              <a:defRPr b="0" sz="3200">
                <a:solidFill>
                  <a:srgbClr val="595959"/>
                </a:solidFill>
                <a:latin typeface="Quattrocento Sans"/>
                <a:ea typeface="Quattrocento Sans"/>
                <a:cs typeface="Quattrocento Sans"/>
                <a:sym typeface="Quattrocento Sans"/>
              </a:defRPr>
            </a:lvl2pPr>
            <a:lvl3pPr indent="-228600" lvl="2" marL="1371600" algn="ctr">
              <a:lnSpc>
                <a:spcPct val="90000"/>
              </a:lnSpc>
              <a:spcBef>
                <a:spcPts val="1200"/>
              </a:spcBef>
              <a:spcAft>
                <a:spcPts val="0"/>
              </a:spcAft>
              <a:buClr>
                <a:schemeClr val="dk2"/>
              </a:buClr>
              <a:buSzPts val="2000"/>
              <a:buNone/>
              <a:defRPr/>
            </a:lvl3pPr>
            <a:lvl4pPr indent="-228600" lvl="3" marL="1828800" algn="ctr">
              <a:lnSpc>
                <a:spcPct val="90000"/>
              </a:lnSpc>
              <a:spcBef>
                <a:spcPts val="1200"/>
              </a:spcBef>
              <a:spcAft>
                <a:spcPts val="0"/>
              </a:spcAft>
              <a:buClr>
                <a:srgbClr val="262626"/>
              </a:buClr>
              <a:buSzPts val="1600"/>
              <a:buNone/>
              <a:defRPr/>
            </a:lvl4pPr>
            <a:lvl5pPr indent="-228600" lvl="4" marL="2286000" algn="ctr">
              <a:lnSpc>
                <a:spcPct val="90000"/>
              </a:lnSpc>
              <a:spcBef>
                <a:spcPts val="600"/>
              </a:spcBef>
              <a:spcAft>
                <a:spcPts val="0"/>
              </a:spcAft>
              <a:buClr>
                <a:srgbClr val="262626"/>
              </a:buClr>
              <a:buSzPts val="16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p47"/>
          <p:cNvSpPr txBox="1"/>
          <p:nvPr>
            <p:ph idx="12" type="sldNum"/>
          </p:nvPr>
        </p:nvSpPr>
        <p:spPr>
          <a:xfrm>
            <a:off x="11668594" y="6484937"/>
            <a:ext cx="52340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Quattrocento Sans"/>
                <a:ea typeface="Quattrocento Sans"/>
                <a:cs typeface="Quattrocento Sans"/>
                <a:sym typeface="Quattrocento Sans"/>
              </a:defRPr>
            </a:lvl1pPr>
            <a:lvl2pPr indent="0" lvl="1" marL="0" algn="r">
              <a:spcBef>
                <a:spcPts val="0"/>
              </a:spcBef>
              <a:buNone/>
              <a:defRPr sz="1200">
                <a:solidFill>
                  <a:schemeClr val="dk2"/>
                </a:solidFill>
                <a:latin typeface="Quattrocento Sans"/>
                <a:ea typeface="Quattrocento Sans"/>
                <a:cs typeface="Quattrocento Sans"/>
                <a:sym typeface="Quattrocento Sans"/>
              </a:defRPr>
            </a:lvl2pPr>
            <a:lvl3pPr indent="0" lvl="2" marL="0" algn="r">
              <a:spcBef>
                <a:spcPts val="0"/>
              </a:spcBef>
              <a:buNone/>
              <a:defRPr sz="1200">
                <a:solidFill>
                  <a:schemeClr val="dk2"/>
                </a:solidFill>
                <a:latin typeface="Quattrocento Sans"/>
                <a:ea typeface="Quattrocento Sans"/>
                <a:cs typeface="Quattrocento Sans"/>
                <a:sym typeface="Quattrocento Sans"/>
              </a:defRPr>
            </a:lvl3pPr>
            <a:lvl4pPr indent="0" lvl="3" marL="0" algn="r">
              <a:spcBef>
                <a:spcPts val="0"/>
              </a:spcBef>
              <a:buNone/>
              <a:defRPr sz="1200">
                <a:solidFill>
                  <a:schemeClr val="dk2"/>
                </a:solidFill>
                <a:latin typeface="Quattrocento Sans"/>
                <a:ea typeface="Quattrocento Sans"/>
                <a:cs typeface="Quattrocento Sans"/>
                <a:sym typeface="Quattrocento Sans"/>
              </a:defRPr>
            </a:lvl4pPr>
            <a:lvl5pPr indent="0" lvl="4" marL="0" algn="r">
              <a:spcBef>
                <a:spcPts val="0"/>
              </a:spcBef>
              <a:buNone/>
              <a:defRPr sz="1200">
                <a:solidFill>
                  <a:schemeClr val="dk2"/>
                </a:solidFill>
                <a:latin typeface="Quattrocento Sans"/>
                <a:ea typeface="Quattrocento Sans"/>
                <a:cs typeface="Quattrocento Sans"/>
                <a:sym typeface="Quattrocento Sans"/>
              </a:defRPr>
            </a:lvl5pPr>
            <a:lvl6pPr indent="0" lvl="5" marL="0" algn="r">
              <a:spcBef>
                <a:spcPts val="0"/>
              </a:spcBef>
              <a:buNone/>
              <a:defRPr sz="1200">
                <a:solidFill>
                  <a:schemeClr val="dk2"/>
                </a:solidFill>
                <a:latin typeface="Quattrocento Sans"/>
                <a:ea typeface="Quattrocento Sans"/>
                <a:cs typeface="Quattrocento Sans"/>
                <a:sym typeface="Quattrocento Sans"/>
              </a:defRPr>
            </a:lvl6pPr>
            <a:lvl7pPr indent="0" lvl="6" marL="0" algn="r">
              <a:spcBef>
                <a:spcPts val="0"/>
              </a:spcBef>
              <a:buNone/>
              <a:defRPr sz="1200">
                <a:solidFill>
                  <a:schemeClr val="dk2"/>
                </a:solidFill>
                <a:latin typeface="Quattrocento Sans"/>
                <a:ea typeface="Quattrocento Sans"/>
                <a:cs typeface="Quattrocento Sans"/>
                <a:sym typeface="Quattrocento Sans"/>
              </a:defRPr>
            </a:lvl7pPr>
            <a:lvl8pPr indent="0" lvl="7" marL="0" algn="r">
              <a:spcBef>
                <a:spcPts val="0"/>
              </a:spcBef>
              <a:buNone/>
              <a:defRPr sz="1200">
                <a:solidFill>
                  <a:schemeClr val="dk2"/>
                </a:solidFill>
                <a:latin typeface="Quattrocento Sans"/>
                <a:ea typeface="Quattrocento Sans"/>
                <a:cs typeface="Quattrocento Sans"/>
                <a:sym typeface="Quattrocento Sans"/>
              </a:defRPr>
            </a:lvl8pPr>
            <a:lvl9pPr indent="0" lvl="8" marL="0" algn="r">
              <a:spcBef>
                <a:spcPts val="0"/>
              </a:spcBef>
              <a:buNone/>
              <a:defRPr sz="1200">
                <a:solidFill>
                  <a:schemeClr val="dk2"/>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allout with small Non-bulleted">
  <p:cSld name="2_Callout with small Non-bulleted">
    <p:spTree>
      <p:nvGrpSpPr>
        <p:cNvPr id="154" name="Shape 154"/>
        <p:cNvGrpSpPr/>
        <p:nvPr/>
      </p:nvGrpSpPr>
      <p:grpSpPr>
        <a:xfrm>
          <a:off x="0" y="0"/>
          <a:ext cx="0" cy="0"/>
          <a:chOff x="0" y="0"/>
          <a:chExt cx="0" cy="0"/>
        </a:xfrm>
      </p:grpSpPr>
      <p:sp>
        <p:nvSpPr>
          <p:cNvPr id="155" name="Google Shape;155;p48"/>
          <p:cNvSpPr/>
          <p:nvPr/>
        </p:nvSpPr>
        <p:spPr>
          <a:xfrm>
            <a:off x="0" y="0"/>
            <a:ext cx="12192000" cy="2974848"/>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56" name="Google Shape;156;p48"/>
          <p:cNvSpPr txBox="1"/>
          <p:nvPr>
            <p:ph idx="1" type="body"/>
          </p:nvPr>
        </p:nvSpPr>
        <p:spPr>
          <a:xfrm>
            <a:off x="269240" y="3367878"/>
            <a:ext cx="5192775" cy="1830245"/>
          </a:xfrm>
          <a:prstGeom prst="rect">
            <a:avLst/>
          </a:prstGeom>
          <a:noFill/>
          <a:ln>
            <a:noFill/>
          </a:ln>
        </p:spPr>
        <p:txBody>
          <a:bodyPr anchorCtr="0" anchor="t" bIns="45700" lIns="91425" spcFirstLastPara="1" rIns="91425" wrap="square" tIns="45700">
            <a:spAutoFit/>
          </a:bodyPr>
          <a:lstStyle>
            <a:lvl1pPr indent="-228600" lvl="0" marL="457200" marR="0" algn="l">
              <a:lnSpc>
                <a:spcPct val="90000"/>
              </a:lnSpc>
              <a:spcBef>
                <a:spcPts val="1200"/>
              </a:spcBef>
              <a:spcAft>
                <a:spcPts val="0"/>
              </a:spcAft>
              <a:buClr>
                <a:schemeClr val="dk1"/>
              </a:buClr>
              <a:buSzPts val="2823"/>
              <a:buFont typeface="Noto Sans Symbols"/>
              <a:buNone/>
              <a:defRPr sz="3137">
                <a:solidFill>
                  <a:schemeClr val="dk2"/>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rgbClr val="595959"/>
              </a:buClr>
              <a:buSzPts val="1961"/>
              <a:buNone/>
              <a:defRPr sz="1961"/>
            </a:lvl2pPr>
            <a:lvl3pPr indent="-228600" lvl="2" marL="1371600" algn="l">
              <a:lnSpc>
                <a:spcPct val="90000"/>
              </a:lnSpc>
              <a:spcBef>
                <a:spcPts val="1200"/>
              </a:spcBef>
              <a:spcAft>
                <a:spcPts val="0"/>
              </a:spcAft>
              <a:buClr>
                <a:schemeClr val="dk2"/>
              </a:buClr>
              <a:buSzPts val="1961"/>
              <a:buNone/>
              <a:defRPr sz="1961"/>
            </a:lvl3pPr>
            <a:lvl4pPr indent="-228600" lvl="3" marL="1828800" algn="l">
              <a:lnSpc>
                <a:spcPct val="90000"/>
              </a:lnSpc>
              <a:spcBef>
                <a:spcPts val="1200"/>
              </a:spcBef>
              <a:spcAft>
                <a:spcPts val="0"/>
              </a:spcAft>
              <a:buClr>
                <a:srgbClr val="262626"/>
              </a:buClr>
              <a:buSzPts val="1600"/>
              <a:buNone/>
              <a:defRPr/>
            </a:lvl4pPr>
            <a:lvl5pPr indent="-228600" lvl="4" marL="2286000" algn="l">
              <a:lnSpc>
                <a:spcPct val="90000"/>
              </a:lnSpc>
              <a:spcBef>
                <a:spcPts val="600"/>
              </a:spcBef>
              <a:spcAft>
                <a:spcPts val="0"/>
              </a:spcAft>
              <a:buClr>
                <a:srgbClr val="262626"/>
              </a:buClr>
              <a:buSzPts val="16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 name="Google Shape;157;p48"/>
          <p:cNvSpPr txBox="1"/>
          <p:nvPr>
            <p:ph idx="2" type="body"/>
          </p:nvPr>
        </p:nvSpPr>
        <p:spPr>
          <a:xfrm>
            <a:off x="6253316" y="3503950"/>
            <a:ext cx="5671764" cy="1705723"/>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dk1"/>
              </a:buClr>
              <a:buSzPts val="1961"/>
              <a:buNone/>
              <a:defRPr sz="1961">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rgbClr val="595959"/>
              </a:buClr>
              <a:buSzPts val="1765"/>
              <a:buNone/>
              <a:defRPr sz="1765">
                <a:latin typeface="Quattrocento Sans"/>
                <a:ea typeface="Quattrocento Sans"/>
                <a:cs typeface="Quattrocento Sans"/>
                <a:sym typeface="Quattrocento Sans"/>
              </a:defRPr>
            </a:lvl2pPr>
            <a:lvl3pPr indent="-228600" lvl="2" marL="1371600" algn="l">
              <a:lnSpc>
                <a:spcPct val="90000"/>
              </a:lnSpc>
              <a:spcBef>
                <a:spcPts val="1200"/>
              </a:spcBef>
              <a:spcAft>
                <a:spcPts val="0"/>
              </a:spcAft>
              <a:buClr>
                <a:schemeClr val="dk2"/>
              </a:buClr>
              <a:buSzPts val="1568"/>
              <a:buNone/>
              <a:defRPr sz="1568">
                <a:latin typeface="Quattrocento Sans"/>
                <a:ea typeface="Quattrocento Sans"/>
                <a:cs typeface="Quattrocento Sans"/>
                <a:sym typeface="Quattrocento Sans"/>
              </a:defRPr>
            </a:lvl3pPr>
            <a:lvl4pPr indent="-228600" lvl="3" marL="1828800" algn="l">
              <a:lnSpc>
                <a:spcPct val="90000"/>
              </a:lnSpc>
              <a:spcBef>
                <a:spcPts val="1200"/>
              </a:spcBef>
              <a:spcAft>
                <a:spcPts val="0"/>
              </a:spcAft>
              <a:buClr>
                <a:srgbClr val="262626"/>
              </a:buClr>
              <a:buSzPts val="1372"/>
              <a:buNone/>
              <a:defRPr sz="1372">
                <a:latin typeface="Quattrocento Sans"/>
                <a:ea typeface="Quattrocento Sans"/>
                <a:cs typeface="Quattrocento Sans"/>
                <a:sym typeface="Quattrocento Sans"/>
              </a:defRPr>
            </a:lvl4pPr>
            <a:lvl5pPr indent="-228600" lvl="4" marL="2286000" algn="l">
              <a:lnSpc>
                <a:spcPct val="90000"/>
              </a:lnSpc>
              <a:spcBef>
                <a:spcPts val="600"/>
              </a:spcBef>
              <a:spcAft>
                <a:spcPts val="0"/>
              </a:spcAft>
              <a:buClr>
                <a:srgbClr val="262626"/>
              </a:buClr>
              <a:buSzPts val="1372"/>
              <a:buNone/>
              <a:defRPr sz="1372">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58" name="Google Shape;158;p48"/>
          <p:cNvPicPr preferRelativeResize="0"/>
          <p:nvPr>
            <p:ph idx="3" type="pic"/>
          </p:nvPr>
        </p:nvPicPr>
        <p:blipFill/>
        <p:spPr>
          <a:xfrm>
            <a:off x="0" y="0"/>
            <a:ext cx="12192000" cy="2974848"/>
          </a:xfrm>
          <a:prstGeom prst="rect">
            <a:avLst/>
          </a:prstGeom>
          <a:blipFill rotWithShape="1">
            <a:blip r:embed="rId2">
              <a:alphaModFix/>
            </a:blip>
            <a:stretch>
              <a:fillRect b="-46449" l="0" r="-4797" t="-65716"/>
            </a:stretch>
          </a:blipFill>
          <a:ln>
            <a:noFill/>
          </a:ln>
        </p:spPr>
      </p:pic>
      <p:sp>
        <p:nvSpPr>
          <p:cNvPr id="159" name="Google Shape;159;p48"/>
          <p:cNvSpPr txBox="1"/>
          <p:nvPr>
            <p:ph type="title"/>
          </p:nvPr>
        </p:nvSpPr>
        <p:spPr>
          <a:xfrm>
            <a:off x="304800" y="419100"/>
            <a:ext cx="11658600" cy="590931"/>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48"/>
          <p:cNvSpPr txBox="1"/>
          <p:nvPr>
            <p:ph idx="12" type="sldNum"/>
          </p:nvPr>
        </p:nvSpPr>
        <p:spPr>
          <a:xfrm>
            <a:off x="11668594" y="6484937"/>
            <a:ext cx="52340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Quattrocento Sans"/>
                <a:ea typeface="Quattrocento Sans"/>
                <a:cs typeface="Quattrocento Sans"/>
                <a:sym typeface="Quattrocento Sans"/>
              </a:defRPr>
            </a:lvl1pPr>
            <a:lvl2pPr indent="0" lvl="1" marL="0" algn="r">
              <a:spcBef>
                <a:spcPts val="0"/>
              </a:spcBef>
              <a:buNone/>
              <a:defRPr sz="1200">
                <a:solidFill>
                  <a:schemeClr val="dk2"/>
                </a:solidFill>
                <a:latin typeface="Quattrocento Sans"/>
                <a:ea typeface="Quattrocento Sans"/>
                <a:cs typeface="Quattrocento Sans"/>
                <a:sym typeface="Quattrocento Sans"/>
              </a:defRPr>
            </a:lvl2pPr>
            <a:lvl3pPr indent="0" lvl="2" marL="0" algn="r">
              <a:spcBef>
                <a:spcPts val="0"/>
              </a:spcBef>
              <a:buNone/>
              <a:defRPr sz="1200">
                <a:solidFill>
                  <a:schemeClr val="dk2"/>
                </a:solidFill>
                <a:latin typeface="Quattrocento Sans"/>
                <a:ea typeface="Quattrocento Sans"/>
                <a:cs typeface="Quattrocento Sans"/>
                <a:sym typeface="Quattrocento Sans"/>
              </a:defRPr>
            </a:lvl3pPr>
            <a:lvl4pPr indent="0" lvl="3" marL="0" algn="r">
              <a:spcBef>
                <a:spcPts val="0"/>
              </a:spcBef>
              <a:buNone/>
              <a:defRPr sz="1200">
                <a:solidFill>
                  <a:schemeClr val="dk2"/>
                </a:solidFill>
                <a:latin typeface="Quattrocento Sans"/>
                <a:ea typeface="Quattrocento Sans"/>
                <a:cs typeface="Quattrocento Sans"/>
                <a:sym typeface="Quattrocento Sans"/>
              </a:defRPr>
            </a:lvl4pPr>
            <a:lvl5pPr indent="0" lvl="4" marL="0" algn="r">
              <a:spcBef>
                <a:spcPts val="0"/>
              </a:spcBef>
              <a:buNone/>
              <a:defRPr sz="1200">
                <a:solidFill>
                  <a:schemeClr val="dk2"/>
                </a:solidFill>
                <a:latin typeface="Quattrocento Sans"/>
                <a:ea typeface="Quattrocento Sans"/>
                <a:cs typeface="Quattrocento Sans"/>
                <a:sym typeface="Quattrocento Sans"/>
              </a:defRPr>
            </a:lvl5pPr>
            <a:lvl6pPr indent="0" lvl="5" marL="0" algn="r">
              <a:spcBef>
                <a:spcPts val="0"/>
              </a:spcBef>
              <a:buNone/>
              <a:defRPr sz="1200">
                <a:solidFill>
                  <a:schemeClr val="dk2"/>
                </a:solidFill>
                <a:latin typeface="Quattrocento Sans"/>
                <a:ea typeface="Quattrocento Sans"/>
                <a:cs typeface="Quattrocento Sans"/>
                <a:sym typeface="Quattrocento Sans"/>
              </a:defRPr>
            </a:lvl6pPr>
            <a:lvl7pPr indent="0" lvl="6" marL="0" algn="r">
              <a:spcBef>
                <a:spcPts val="0"/>
              </a:spcBef>
              <a:buNone/>
              <a:defRPr sz="1200">
                <a:solidFill>
                  <a:schemeClr val="dk2"/>
                </a:solidFill>
                <a:latin typeface="Quattrocento Sans"/>
                <a:ea typeface="Quattrocento Sans"/>
                <a:cs typeface="Quattrocento Sans"/>
                <a:sym typeface="Quattrocento Sans"/>
              </a:defRPr>
            </a:lvl7pPr>
            <a:lvl8pPr indent="0" lvl="7" marL="0" algn="r">
              <a:spcBef>
                <a:spcPts val="0"/>
              </a:spcBef>
              <a:buNone/>
              <a:defRPr sz="1200">
                <a:solidFill>
                  <a:schemeClr val="dk2"/>
                </a:solidFill>
                <a:latin typeface="Quattrocento Sans"/>
                <a:ea typeface="Quattrocento Sans"/>
                <a:cs typeface="Quattrocento Sans"/>
                <a:sym typeface="Quattrocento Sans"/>
              </a:defRPr>
            </a:lvl8pPr>
            <a:lvl9pPr indent="0" lvl="8" marL="0" algn="r">
              <a:spcBef>
                <a:spcPts val="0"/>
              </a:spcBef>
              <a:buNone/>
              <a:defRPr sz="1200">
                <a:solidFill>
                  <a:schemeClr val="dk2"/>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bg>
      <p:bgPr>
        <a:solidFill>
          <a:schemeClr val="dk2"/>
        </a:solidFill>
      </p:bgPr>
    </p:bg>
    <p:spTree>
      <p:nvGrpSpPr>
        <p:cNvPr id="161" name="Shape 161"/>
        <p:cNvGrpSpPr/>
        <p:nvPr/>
      </p:nvGrpSpPr>
      <p:grpSpPr>
        <a:xfrm>
          <a:off x="0" y="0"/>
          <a:ext cx="0" cy="0"/>
          <a:chOff x="0" y="0"/>
          <a:chExt cx="0" cy="0"/>
        </a:xfrm>
      </p:grpSpPr>
      <p:sp>
        <p:nvSpPr>
          <p:cNvPr id="162" name="Google Shape;162;p26"/>
          <p:cNvSpPr/>
          <p:nvPr>
            <p:ph idx="2" type="pic"/>
          </p:nvPr>
        </p:nvSpPr>
        <p:spPr>
          <a:xfrm>
            <a:off x="0" y="0"/>
            <a:ext cx="12192000" cy="6858000"/>
          </a:xfrm>
          <a:prstGeom prst="rect">
            <a:avLst/>
          </a:prstGeom>
          <a:noFill/>
          <a:ln>
            <a:noFill/>
          </a:ln>
        </p:spPr>
      </p:sp>
      <p:sp>
        <p:nvSpPr>
          <p:cNvPr id="163" name="Google Shape;163;p26"/>
          <p:cNvSpPr txBox="1"/>
          <p:nvPr>
            <p:ph idx="12" type="sldNum"/>
          </p:nvPr>
        </p:nvSpPr>
        <p:spPr>
          <a:xfrm>
            <a:off x="11747687" y="6465381"/>
            <a:ext cx="4314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4" name="Google Shape;164;p26"/>
          <p:cNvSpPr txBox="1"/>
          <p:nvPr>
            <p:ph type="title"/>
          </p:nvPr>
        </p:nvSpPr>
        <p:spPr>
          <a:xfrm>
            <a:off x="966652" y="2567613"/>
            <a:ext cx="8804365" cy="1403495"/>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F7FCFF"/>
              </a:buClr>
              <a:buSzPts val="8800"/>
              <a:buFont typeface="Quattrocento Sans"/>
              <a:buNone/>
              <a:defRPr b="1" i="0" sz="8800">
                <a:solidFill>
                  <a:srgbClr val="F7FCFF"/>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5" name="Google Shape;165;p26"/>
          <p:cNvSpPr txBox="1"/>
          <p:nvPr>
            <p:ph idx="1" type="body"/>
          </p:nvPr>
        </p:nvSpPr>
        <p:spPr>
          <a:xfrm>
            <a:off x="1581150" y="3971108"/>
            <a:ext cx="9461500" cy="757130"/>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rgbClr val="F7FCFF"/>
              </a:buClr>
              <a:buSzPts val="4800"/>
              <a:buNone/>
              <a:defRPr b="1" i="0" sz="4800">
                <a:solidFill>
                  <a:srgbClr val="F7FCFF"/>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rgbClr val="FEFEFE"/>
              </a:buClr>
              <a:buSzPts val="2000"/>
              <a:buNone/>
              <a:defRPr/>
            </a:lvl2pPr>
            <a:lvl3pPr indent="-228600" lvl="2" marL="1371600" algn="l">
              <a:lnSpc>
                <a:spcPct val="90000"/>
              </a:lnSpc>
              <a:spcBef>
                <a:spcPts val="1200"/>
              </a:spcBef>
              <a:spcAft>
                <a:spcPts val="0"/>
              </a:spcAft>
              <a:buClr>
                <a:schemeClr val="lt2"/>
              </a:buClr>
              <a:buSzPts val="2000"/>
              <a:buNone/>
              <a:defRPr/>
            </a:lvl3pPr>
            <a:lvl4pPr indent="-228600" lvl="3" marL="1828800" algn="l">
              <a:lnSpc>
                <a:spcPct val="90000"/>
              </a:lnSpc>
              <a:spcBef>
                <a:spcPts val="1200"/>
              </a:spcBef>
              <a:spcAft>
                <a:spcPts val="0"/>
              </a:spcAft>
              <a:buClr>
                <a:srgbClr val="FEFEFE"/>
              </a:buClr>
              <a:buSzPts val="1600"/>
              <a:buNone/>
              <a:defRPr/>
            </a:lvl4pPr>
            <a:lvl5pPr indent="-228600" lvl="4" marL="2286000" algn="l">
              <a:lnSpc>
                <a:spcPct val="90000"/>
              </a:lnSpc>
              <a:spcBef>
                <a:spcPts val="600"/>
              </a:spcBef>
              <a:spcAft>
                <a:spcPts val="0"/>
              </a:spcAft>
              <a:buClr>
                <a:srgbClr val="FEFEFE"/>
              </a:buClr>
              <a:buSzPts val="1600"/>
              <a:buNone/>
              <a:defRPr/>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with Picture">
  <p:cSld name="2_Blank with Picture">
    <p:spTree>
      <p:nvGrpSpPr>
        <p:cNvPr id="166" name="Shape 166"/>
        <p:cNvGrpSpPr/>
        <p:nvPr/>
      </p:nvGrpSpPr>
      <p:grpSpPr>
        <a:xfrm>
          <a:off x="0" y="0"/>
          <a:ext cx="0" cy="0"/>
          <a:chOff x="0" y="0"/>
          <a:chExt cx="0" cy="0"/>
        </a:xfrm>
      </p:grpSpPr>
      <p:sp>
        <p:nvSpPr>
          <p:cNvPr id="167" name="Google Shape;167;p49"/>
          <p:cNvSpPr txBox="1"/>
          <p:nvPr>
            <p:ph idx="12" type="sldNum"/>
          </p:nvPr>
        </p:nvSpPr>
        <p:spPr>
          <a:xfrm>
            <a:off x="11747687" y="6465381"/>
            <a:ext cx="4314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8" name="Google Shape;168;p49"/>
          <p:cNvSpPr/>
          <p:nvPr>
            <p:ph idx="2" type="pic"/>
          </p:nvPr>
        </p:nvSpPr>
        <p:spPr>
          <a:xfrm>
            <a:off x="0" y="0"/>
            <a:ext cx="12066954" cy="685800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lank">
  <p:cSld name="3_Blank">
    <p:spTree>
      <p:nvGrpSpPr>
        <p:cNvPr id="169" name="Shape 169"/>
        <p:cNvGrpSpPr/>
        <p:nvPr/>
      </p:nvGrpSpPr>
      <p:grpSpPr>
        <a:xfrm>
          <a:off x="0" y="0"/>
          <a:ext cx="0" cy="0"/>
          <a:chOff x="0" y="0"/>
          <a:chExt cx="0" cy="0"/>
        </a:xfrm>
      </p:grpSpPr>
      <p:sp>
        <p:nvSpPr>
          <p:cNvPr id="170" name="Google Shape;170;p50"/>
          <p:cNvSpPr txBox="1"/>
          <p:nvPr>
            <p:ph idx="12" type="sldNum"/>
          </p:nvPr>
        </p:nvSpPr>
        <p:spPr>
          <a:xfrm>
            <a:off x="11747687" y="6465381"/>
            <a:ext cx="4314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type="blank">
  <p:cSld name="BLANK">
    <p:spTree>
      <p:nvGrpSpPr>
        <p:cNvPr id="171" name="Shape 171"/>
        <p:cNvGrpSpPr/>
        <p:nvPr/>
      </p:nvGrpSpPr>
      <p:grpSpPr>
        <a:xfrm>
          <a:off x="0" y="0"/>
          <a:ext cx="0" cy="0"/>
          <a:chOff x="0" y="0"/>
          <a:chExt cx="0" cy="0"/>
        </a:xfrm>
      </p:grpSpPr>
      <p:pic>
        <p:nvPicPr>
          <p:cNvPr id="172" name="Google Shape;172;p51"/>
          <p:cNvPicPr preferRelativeResize="0"/>
          <p:nvPr/>
        </p:nvPicPr>
        <p:blipFill rotWithShape="1">
          <a:blip r:embed="rId2">
            <a:alphaModFix/>
          </a:blip>
          <a:srcRect b="0" l="0" r="0" t="0"/>
          <a:stretch/>
        </p:blipFill>
        <p:spPr>
          <a:xfrm>
            <a:off x="0" y="3175"/>
            <a:ext cx="12192000" cy="6851649"/>
          </a:xfrm>
          <a:prstGeom prst="rect">
            <a:avLst/>
          </a:prstGeom>
          <a:noFill/>
          <a:ln>
            <a:noFill/>
          </a:ln>
        </p:spPr>
      </p:pic>
      <p:sp>
        <p:nvSpPr>
          <p:cNvPr id="173" name="Google Shape;173;p51"/>
          <p:cNvSpPr txBox="1"/>
          <p:nvPr>
            <p:ph idx="12" type="sldNum"/>
          </p:nvPr>
        </p:nvSpPr>
        <p:spPr>
          <a:xfrm>
            <a:off x="11747687" y="6465381"/>
            <a:ext cx="4314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74" name="Google Shape;174;p51">
            <a:hlinkClick r:id="rId3"/>
          </p:cNvPr>
          <p:cNvSpPr/>
          <p:nvPr/>
        </p:nvSpPr>
        <p:spPr>
          <a:xfrm>
            <a:off x="4961284" y="93791"/>
            <a:ext cx="2269433" cy="316517"/>
          </a:xfrm>
          <a:prstGeom prst="roundRect">
            <a:avLst>
              <a:gd fmla="val 50000" name="adj"/>
            </a:avLst>
          </a:prstGeom>
          <a:solidFill>
            <a:schemeClr val="accent4"/>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chemeClr val="dk1"/>
              </a:buClr>
              <a:buSzPts val="1050"/>
              <a:buFont typeface="Quattrocento Sans"/>
              <a:buNone/>
            </a:pPr>
            <a:r>
              <a:rPr b="0" i="0" lang="en-US" sz="1050" u="none" cap="none" strike="noStrike">
                <a:solidFill>
                  <a:schemeClr val="dk1"/>
                </a:solidFill>
                <a:latin typeface="Quattrocento Sans"/>
                <a:ea typeface="Quattrocento Sans"/>
                <a:cs typeface="Quattrocento Sans"/>
                <a:sym typeface="Quattrocento Sans"/>
              </a:rPr>
              <a:t>Neal Creative  | click &amp; </a:t>
            </a:r>
            <a:r>
              <a:rPr b="1" i="0" lang="en-US" sz="1050" u="none" cap="none" strike="noStrike">
                <a:solidFill>
                  <a:schemeClr val="dk1"/>
                </a:solidFill>
                <a:latin typeface="Quattrocento Sans"/>
                <a:ea typeface="Quattrocento Sans"/>
                <a:cs typeface="Quattrocento Sans"/>
                <a:sym typeface="Quattrocento Sans"/>
              </a:rPr>
              <a:t>Learn more</a:t>
            </a:r>
            <a:endParaRPr/>
          </a:p>
        </p:txBody>
      </p:sp>
      <p:sp>
        <p:nvSpPr>
          <p:cNvPr id="175" name="Google Shape;175;p51">
            <a:hlinkClick r:id="rId4"/>
          </p:cNvPr>
          <p:cNvSpPr/>
          <p:nvPr/>
        </p:nvSpPr>
        <p:spPr>
          <a:xfrm>
            <a:off x="0" y="6548363"/>
            <a:ext cx="1209664" cy="346234"/>
          </a:xfrm>
          <a:prstGeom prst="roundRect">
            <a:avLst>
              <a:gd fmla="val 50000" name="adj"/>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Quattrocento Sans"/>
              <a:buNone/>
            </a:pPr>
            <a:r>
              <a:rPr lang="en-US" sz="1000">
                <a:solidFill>
                  <a:schemeClr val="dk1"/>
                </a:solidFill>
                <a:latin typeface="Quattrocento Sans"/>
                <a:ea typeface="Quattrocento Sans"/>
                <a:cs typeface="Quattrocento Sans"/>
                <a:sym typeface="Quattrocento Sans"/>
              </a:rPr>
              <a:t>Neal Creative </a:t>
            </a:r>
            <a:r>
              <a:rPr lang="en-US" sz="900">
                <a:solidFill>
                  <a:schemeClr val="dk1"/>
                </a:solidFill>
                <a:latin typeface="Quattrocento Sans"/>
                <a:ea typeface="Quattrocento Sans"/>
                <a:cs typeface="Quattrocento Sans"/>
                <a:sym typeface="Quattrocento Sans"/>
              </a:rPr>
              <a:t>©</a:t>
            </a:r>
            <a:r>
              <a:rPr lang="en-US" sz="1000">
                <a:solidFill>
                  <a:schemeClr val="dk1"/>
                </a:solidFill>
                <a:latin typeface="Quattrocento Sans"/>
                <a:ea typeface="Quattrocento Sans"/>
                <a:cs typeface="Quattrocento Sans"/>
                <a:sym typeface="Quattrocento Sans"/>
              </a:rPr>
              <a:t> </a:t>
            </a:r>
            <a:endParaRPr b="1" sz="1000">
              <a:solidFill>
                <a:schemeClr val="dk1"/>
              </a:solidFill>
              <a:latin typeface="Quattrocento Sans"/>
              <a:ea typeface="Quattrocento Sans"/>
              <a:cs typeface="Quattrocento Sans"/>
              <a:sym typeface="Quattrocento Sans"/>
            </a:endParaRPr>
          </a:p>
        </p:txBody>
      </p:sp>
      <p:grpSp>
        <p:nvGrpSpPr>
          <p:cNvPr id="176" name="Google Shape;176;p51"/>
          <p:cNvGrpSpPr/>
          <p:nvPr/>
        </p:nvGrpSpPr>
        <p:grpSpPr>
          <a:xfrm>
            <a:off x="5976075" y="3634505"/>
            <a:ext cx="1700633" cy="1798732"/>
            <a:chOff x="5976075" y="3634505"/>
            <a:chExt cx="1700633" cy="1798732"/>
          </a:xfrm>
        </p:grpSpPr>
        <p:pic>
          <p:nvPicPr>
            <p:cNvPr id="177" name="Google Shape;177;p51"/>
            <p:cNvPicPr preferRelativeResize="0"/>
            <p:nvPr/>
          </p:nvPicPr>
          <p:blipFill rotWithShape="1">
            <a:blip r:embed="rId5">
              <a:alphaModFix/>
            </a:blip>
            <a:srcRect b="0" l="0" r="0" t="0"/>
            <a:stretch/>
          </p:blipFill>
          <p:spPr>
            <a:xfrm>
              <a:off x="6061135" y="4142336"/>
              <a:ext cx="860601" cy="1290901"/>
            </a:xfrm>
            <a:prstGeom prst="rect">
              <a:avLst/>
            </a:prstGeom>
            <a:noFill/>
            <a:ln>
              <a:noFill/>
            </a:ln>
          </p:spPr>
        </p:pic>
        <p:sp>
          <p:nvSpPr>
            <p:cNvPr id="178" name="Google Shape;178;p51"/>
            <p:cNvSpPr txBox="1"/>
            <p:nvPr/>
          </p:nvSpPr>
          <p:spPr>
            <a:xfrm>
              <a:off x="5976075" y="3634505"/>
              <a:ext cx="1700633" cy="5078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595959"/>
                  </a:solidFill>
                  <a:latin typeface="Quattrocento Sans"/>
                  <a:ea typeface="Quattrocento Sans"/>
                  <a:cs typeface="Quattrocento Sans"/>
                  <a:sym typeface="Quattrocento Sans"/>
                </a:rPr>
                <a:t>TIP </a:t>
              </a:r>
              <a:r>
                <a:rPr lang="en-US" sz="900">
                  <a:solidFill>
                    <a:srgbClr val="595959"/>
                  </a:solidFill>
                  <a:latin typeface="Calibri"/>
                  <a:ea typeface="Calibri"/>
                  <a:cs typeface="Calibri"/>
                  <a:sym typeface="Calibri"/>
                </a:rPr>
                <a:t>│ Use the built-in c</a:t>
              </a:r>
              <a:r>
                <a:rPr lang="en-US" sz="900">
                  <a:solidFill>
                    <a:srgbClr val="595959"/>
                  </a:solidFill>
                  <a:latin typeface="Quattrocento Sans"/>
                  <a:ea typeface="Quattrocento Sans"/>
                  <a:cs typeface="Quattrocento Sans"/>
                  <a:sym typeface="Quattrocento Sans"/>
                </a:rPr>
                <a:t>olor palette with green and yellow for callouts and accents</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R TRANSITION" showMasterSp="0">
  <p:cSld name="1_TITLE OR TRANSITION">
    <p:bg>
      <p:bgPr>
        <a:solidFill>
          <a:schemeClr val="dk2"/>
        </a:solidFill>
      </p:bgPr>
    </p:bg>
    <p:spTree>
      <p:nvGrpSpPr>
        <p:cNvPr id="179" name="Shape 179"/>
        <p:cNvGrpSpPr/>
        <p:nvPr/>
      </p:nvGrpSpPr>
      <p:grpSpPr>
        <a:xfrm>
          <a:off x="0" y="0"/>
          <a:ext cx="0" cy="0"/>
          <a:chOff x="0" y="0"/>
          <a:chExt cx="0" cy="0"/>
        </a:xfrm>
      </p:grpSpPr>
      <p:sp>
        <p:nvSpPr>
          <p:cNvPr id="180" name="Google Shape;180;p52"/>
          <p:cNvSpPr/>
          <p:nvPr/>
        </p:nvSpPr>
        <p:spPr>
          <a:xfrm>
            <a:off x="1219939" y="-739444"/>
            <a:ext cx="9107555" cy="9034439"/>
          </a:xfrm>
          <a:prstGeom prst="ellipse">
            <a:avLst/>
          </a:prstGeom>
          <a:noFill/>
          <a:ln cap="flat" cmpd="sng" w="19050">
            <a:solidFill>
              <a:srgbClr val="75D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Quattrocento Sans"/>
              <a:buNone/>
            </a:pPr>
            <a:r>
              <a:t/>
            </a:r>
            <a:endParaRPr b="0" i="0" sz="1800" u="none" cap="none" strike="noStrike">
              <a:solidFill>
                <a:srgbClr val="000000"/>
              </a:solidFill>
              <a:latin typeface="Quattrocento Sans"/>
              <a:ea typeface="Quattrocento Sans"/>
              <a:cs typeface="Quattrocento Sans"/>
              <a:sym typeface="Quattrocento Sans"/>
            </a:endParaRPr>
          </a:p>
        </p:txBody>
      </p:sp>
      <p:sp>
        <p:nvSpPr>
          <p:cNvPr id="181" name="Google Shape;181;p52"/>
          <p:cNvSpPr/>
          <p:nvPr/>
        </p:nvSpPr>
        <p:spPr>
          <a:xfrm>
            <a:off x="1219939" y="-739444"/>
            <a:ext cx="9107555" cy="9034439"/>
          </a:xfrm>
          <a:prstGeom prst="ellipse">
            <a:avLst/>
          </a:prstGeom>
          <a:noFill/>
          <a:ln cap="flat" cmpd="sng" w="19050">
            <a:solidFill>
              <a:srgbClr val="75D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Quattrocento Sans"/>
              <a:buNone/>
            </a:pPr>
            <a:r>
              <a:t/>
            </a:r>
            <a:endParaRPr b="0" i="0" sz="1800" u="none" cap="none" strike="noStrike">
              <a:solidFill>
                <a:srgbClr val="000000"/>
              </a:solidFill>
              <a:latin typeface="Quattrocento Sans"/>
              <a:ea typeface="Quattrocento Sans"/>
              <a:cs typeface="Quattrocento Sans"/>
              <a:sym typeface="Quattrocento Sans"/>
            </a:endParaRPr>
          </a:p>
        </p:txBody>
      </p:sp>
      <p:sp>
        <p:nvSpPr>
          <p:cNvPr id="182" name="Google Shape;182;p52"/>
          <p:cNvSpPr/>
          <p:nvPr/>
        </p:nvSpPr>
        <p:spPr>
          <a:xfrm>
            <a:off x="5907634" y="3213970"/>
            <a:ext cx="2805809" cy="2783284"/>
          </a:xfrm>
          <a:prstGeom prst="ellipse">
            <a:avLst/>
          </a:prstGeom>
          <a:noFill/>
          <a:ln cap="flat" cmpd="sng" w="19050">
            <a:solidFill>
              <a:srgbClr val="75D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Quattrocento Sans"/>
              <a:buNone/>
            </a:pPr>
            <a:r>
              <a:t/>
            </a:r>
            <a:endParaRPr b="0" i="0" sz="1800" u="none" cap="none" strike="noStrike">
              <a:solidFill>
                <a:srgbClr val="000000"/>
              </a:solidFill>
              <a:latin typeface="Quattrocento Sans"/>
              <a:ea typeface="Quattrocento Sans"/>
              <a:cs typeface="Quattrocento Sans"/>
              <a:sym typeface="Quattrocento Sans"/>
            </a:endParaRPr>
          </a:p>
        </p:txBody>
      </p:sp>
      <p:sp>
        <p:nvSpPr>
          <p:cNvPr id="183" name="Google Shape;183;p52"/>
          <p:cNvSpPr/>
          <p:nvPr/>
        </p:nvSpPr>
        <p:spPr>
          <a:xfrm>
            <a:off x="5907634" y="3213970"/>
            <a:ext cx="2805809" cy="2783284"/>
          </a:xfrm>
          <a:prstGeom prst="ellipse">
            <a:avLst/>
          </a:prstGeom>
          <a:noFill/>
          <a:ln cap="flat" cmpd="sng" w="19050">
            <a:solidFill>
              <a:srgbClr val="75D1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Quattrocento Sans"/>
              <a:buNone/>
            </a:pPr>
            <a:r>
              <a:t/>
            </a:r>
            <a:endParaRPr b="0" i="0" sz="1800" u="none" cap="none" strike="noStrike">
              <a:solidFill>
                <a:srgbClr val="000000"/>
              </a:solidFill>
              <a:latin typeface="Quattrocento Sans"/>
              <a:ea typeface="Quattrocento Sans"/>
              <a:cs typeface="Quattrocento Sans"/>
              <a:sym typeface="Quattrocento Sans"/>
            </a:endParaRPr>
          </a:p>
        </p:txBody>
      </p:sp>
      <p:sp>
        <p:nvSpPr>
          <p:cNvPr id="184" name="Google Shape;184;p52"/>
          <p:cNvSpPr txBox="1"/>
          <p:nvPr>
            <p:ph type="ctrTitle"/>
          </p:nvPr>
        </p:nvSpPr>
        <p:spPr>
          <a:xfrm>
            <a:off x="1219939" y="2240230"/>
            <a:ext cx="9107555" cy="2308324"/>
          </a:xfrm>
          <a:prstGeom prst="rect">
            <a:avLst/>
          </a:prstGeom>
          <a:noFill/>
          <a:ln>
            <a:noFill/>
          </a:ln>
        </p:spPr>
        <p:txBody>
          <a:bodyPr anchorCtr="0" anchor="b" bIns="45700" lIns="91425" spcFirstLastPara="1" rIns="91425" wrap="square" tIns="45700">
            <a:spAutoFit/>
          </a:bodyPr>
          <a:lstStyle>
            <a:lvl1pPr lvl="0" algn="ctr">
              <a:lnSpc>
                <a:spcPct val="90000"/>
              </a:lnSpc>
              <a:spcBef>
                <a:spcPts val="0"/>
              </a:spcBef>
              <a:spcAft>
                <a:spcPts val="0"/>
              </a:spcAft>
              <a:buClr>
                <a:srgbClr val="F7FCFF"/>
              </a:buClr>
              <a:buSzPts val="8000"/>
              <a:buFont typeface="Quattrocento Sans"/>
              <a:buNone/>
              <a:defRPr b="1" i="0" sz="8000">
                <a:solidFill>
                  <a:srgbClr val="F7FCFF"/>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52">
            <a:hlinkClick r:id="rId2"/>
          </p:cNvPr>
          <p:cNvSpPr/>
          <p:nvPr/>
        </p:nvSpPr>
        <p:spPr>
          <a:xfrm>
            <a:off x="191616" y="6337795"/>
            <a:ext cx="1209664" cy="346234"/>
          </a:xfrm>
          <a:prstGeom prst="roundRect">
            <a:avLst>
              <a:gd fmla="val 50000" name="adj"/>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A57"/>
              </a:buClr>
              <a:buSzPts val="1000"/>
              <a:buFont typeface="Quattrocento Sans"/>
              <a:buNone/>
            </a:pPr>
            <a:r>
              <a:rPr lang="en-US" sz="1000">
                <a:solidFill>
                  <a:srgbClr val="003A57"/>
                </a:solidFill>
                <a:latin typeface="Quattrocento Sans"/>
                <a:ea typeface="Quattrocento Sans"/>
                <a:cs typeface="Quattrocento Sans"/>
                <a:sym typeface="Quattrocento Sans"/>
              </a:rPr>
              <a:t>Neal Creative </a:t>
            </a:r>
            <a:r>
              <a:rPr lang="en-US" sz="900">
                <a:solidFill>
                  <a:srgbClr val="003A57"/>
                </a:solidFill>
                <a:latin typeface="Quattrocento Sans"/>
                <a:ea typeface="Quattrocento Sans"/>
                <a:cs typeface="Quattrocento Sans"/>
                <a:sym typeface="Quattrocento Sans"/>
              </a:rPr>
              <a:t>©</a:t>
            </a:r>
            <a:r>
              <a:rPr lang="en-US" sz="1000">
                <a:solidFill>
                  <a:srgbClr val="003A57"/>
                </a:solidFill>
                <a:latin typeface="Quattrocento Sans"/>
                <a:ea typeface="Quattrocento Sans"/>
                <a:cs typeface="Quattrocento Sans"/>
                <a:sym typeface="Quattrocento Sans"/>
              </a:rPr>
              <a:t> </a:t>
            </a:r>
            <a:endParaRPr b="1" sz="1000">
              <a:solidFill>
                <a:srgbClr val="003A57"/>
              </a:solidFill>
              <a:latin typeface="Quattrocento Sans"/>
              <a:ea typeface="Quattrocento Sans"/>
              <a:cs typeface="Quattrocento Sans"/>
              <a:sym typeface="Quattrocento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80"/>
                                        </p:tgtEl>
                                        <p:attrNameLst>
                                          <p:attrName>style.visibility</p:attrName>
                                        </p:attrNameLst>
                                      </p:cBhvr>
                                      <p:to>
                                        <p:strVal val="visible"/>
                                      </p:to>
                                    </p:set>
                                    <p:anim calcmode="lin" valueType="num">
                                      <p:cBhvr additive="base">
                                        <p:cTn dur="500"/>
                                        <p:tgtEl>
                                          <p:spTgt spid="180"/>
                                        </p:tgtEl>
                                        <p:attrNameLst>
                                          <p:attrName>ppt_w</p:attrName>
                                        </p:attrNameLst>
                                      </p:cBhvr>
                                      <p:tavLst>
                                        <p:tav fmla="" tm="0">
                                          <p:val>
                                            <p:strVal val="0"/>
                                          </p:val>
                                        </p:tav>
                                        <p:tav fmla="" tm="100000">
                                          <p:val>
                                            <p:strVal val="#ppt_w"/>
                                          </p:val>
                                        </p:tav>
                                      </p:tavLst>
                                    </p:anim>
                                    <p:anim calcmode="lin" valueType="num">
                                      <p:cBhvr additive="base">
                                        <p:cTn dur="500"/>
                                        <p:tgtEl>
                                          <p:spTgt spid="180"/>
                                        </p:tgtEl>
                                        <p:attrNameLst>
                                          <p:attrName>ppt_h</p:attrName>
                                        </p:attrNameLst>
                                      </p:cBhvr>
                                      <p:tavLst>
                                        <p:tav fmla="" tm="0">
                                          <p:val>
                                            <p:strVal val="0"/>
                                          </p:val>
                                        </p:tav>
                                        <p:tav fmla="" tm="100000">
                                          <p:val>
                                            <p:strVal val="#ppt_h"/>
                                          </p:val>
                                        </p:tav>
                                      </p:tavLst>
                                    </p:anim>
                                  </p:childTnLst>
                                </p:cTn>
                              </p:par>
                              <p:par>
                                <p:cTn fill="hold" nodeType="withEffect" presetClass="exit" presetID="10" presetSubtype="0">
                                  <p:stCondLst>
                                    <p:cond delay="250"/>
                                  </p:stCondLst>
                                  <p:childTnLst>
                                    <p:animEffect filter="fade" transition="out">
                                      <p:cBhvr>
                                        <p:cTn dur="500"/>
                                        <p:tgtEl>
                                          <p:spTgt spid="180"/>
                                        </p:tgtEl>
                                      </p:cBhvr>
                                    </p:animEffect>
                                    <p:set>
                                      <p:cBhvr>
                                        <p:cTn dur="1" fill="hold">
                                          <p:stCondLst>
                                            <p:cond delay="500"/>
                                          </p:stCondLst>
                                        </p:cTn>
                                        <p:tgtEl>
                                          <p:spTgt spid="180"/>
                                        </p:tgtEl>
                                        <p:attrNameLst>
                                          <p:attrName>style.visibility</p:attrName>
                                        </p:attrNameLst>
                                      </p:cBhvr>
                                      <p:to>
                                        <p:strVal val="hidden"/>
                                      </p:to>
                                    </p:set>
                                  </p:childTnLst>
                                </p:cTn>
                              </p:par>
                              <p:par>
                                <p:cTn fill="hold" nodeType="withEffect" presetClass="entr" presetID="23" presetSubtype="16">
                                  <p:stCondLst>
                                    <p:cond delay="250"/>
                                  </p:stCondLst>
                                  <p:childTnLst>
                                    <p:set>
                                      <p:cBhvr>
                                        <p:cTn dur="1" fill="hold">
                                          <p:stCondLst>
                                            <p:cond delay="0"/>
                                          </p:stCondLst>
                                        </p:cTn>
                                        <p:tgtEl>
                                          <p:spTgt spid="181"/>
                                        </p:tgtEl>
                                        <p:attrNameLst>
                                          <p:attrName>style.visibility</p:attrName>
                                        </p:attrNameLst>
                                      </p:cBhvr>
                                      <p:to>
                                        <p:strVal val="visible"/>
                                      </p:to>
                                    </p:set>
                                    <p:anim calcmode="lin" valueType="num">
                                      <p:cBhvr additive="base">
                                        <p:cTn dur="500"/>
                                        <p:tgtEl>
                                          <p:spTgt spid="181"/>
                                        </p:tgtEl>
                                        <p:attrNameLst>
                                          <p:attrName>ppt_w</p:attrName>
                                        </p:attrNameLst>
                                      </p:cBhvr>
                                      <p:tavLst>
                                        <p:tav fmla="" tm="0">
                                          <p:val>
                                            <p:strVal val="0"/>
                                          </p:val>
                                        </p:tav>
                                        <p:tav fmla="" tm="100000">
                                          <p:val>
                                            <p:strVal val="#ppt_w"/>
                                          </p:val>
                                        </p:tav>
                                      </p:tavLst>
                                    </p:anim>
                                    <p:anim calcmode="lin" valueType="num">
                                      <p:cBhvr additive="base">
                                        <p:cTn dur="500"/>
                                        <p:tgtEl>
                                          <p:spTgt spid="181"/>
                                        </p:tgtEl>
                                        <p:attrNameLst>
                                          <p:attrName>ppt_h</p:attrName>
                                        </p:attrNameLst>
                                      </p:cBhvr>
                                      <p:tavLst>
                                        <p:tav fmla="" tm="0">
                                          <p:val>
                                            <p:strVal val="0"/>
                                          </p:val>
                                        </p:tav>
                                        <p:tav fmla="" tm="100000">
                                          <p:val>
                                            <p:strVal val="#ppt_h"/>
                                          </p:val>
                                        </p:tav>
                                      </p:tavLst>
                                    </p:anim>
                                  </p:childTnLst>
                                </p:cTn>
                              </p:par>
                              <p:par>
                                <p:cTn fill="hold" nodeType="withEffect" presetClass="exit" presetID="10" presetSubtype="0">
                                  <p:stCondLst>
                                    <p:cond delay="500"/>
                                  </p:stCondLst>
                                  <p:childTnLst>
                                    <p:animEffect filter="fade" transition="out">
                                      <p:cBhvr>
                                        <p:cTn dur="500"/>
                                        <p:tgtEl>
                                          <p:spTgt spid="181"/>
                                        </p:tgtEl>
                                      </p:cBhvr>
                                    </p:animEffect>
                                    <p:set>
                                      <p:cBhvr>
                                        <p:cTn dur="1" fill="hold">
                                          <p:stCondLst>
                                            <p:cond delay="500"/>
                                          </p:stCondLst>
                                        </p:cTn>
                                        <p:tgtEl>
                                          <p:spTgt spid="181"/>
                                        </p:tgtEl>
                                        <p:attrNameLst>
                                          <p:attrName>style.visibility</p:attrName>
                                        </p:attrNameLst>
                                      </p:cBhvr>
                                      <p:to>
                                        <p:strVal val="hidden"/>
                                      </p:to>
                                    </p:set>
                                  </p:childTnLst>
                                </p:cTn>
                              </p:par>
                              <p:par>
                                <p:cTn fill="hold" nodeType="withEffect" presetClass="entr" presetID="23" presetSubtype="16">
                                  <p:stCondLst>
                                    <p:cond delay="0"/>
                                  </p:stCondLst>
                                  <p:childTnLst>
                                    <p:set>
                                      <p:cBhvr>
                                        <p:cTn dur="1" fill="hold">
                                          <p:stCondLst>
                                            <p:cond delay="0"/>
                                          </p:stCondLst>
                                        </p:cTn>
                                        <p:tgtEl>
                                          <p:spTgt spid="182"/>
                                        </p:tgtEl>
                                        <p:attrNameLst>
                                          <p:attrName>style.visibility</p:attrName>
                                        </p:attrNameLst>
                                      </p:cBhvr>
                                      <p:to>
                                        <p:strVal val="visible"/>
                                      </p:to>
                                    </p:set>
                                    <p:anim calcmode="lin" valueType="num">
                                      <p:cBhvr additive="base">
                                        <p:cTn dur="500"/>
                                        <p:tgtEl>
                                          <p:spTgt spid="182"/>
                                        </p:tgtEl>
                                        <p:attrNameLst>
                                          <p:attrName>ppt_w</p:attrName>
                                        </p:attrNameLst>
                                      </p:cBhvr>
                                      <p:tavLst>
                                        <p:tav fmla="" tm="0">
                                          <p:val>
                                            <p:strVal val="0"/>
                                          </p:val>
                                        </p:tav>
                                        <p:tav fmla="" tm="100000">
                                          <p:val>
                                            <p:strVal val="#ppt_w"/>
                                          </p:val>
                                        </p:tav>
                                      </p:tavLst>
                                    </p:anim>
                                    <p:anim calcmode="lin" valueType="num">
                                      <p:cBhvr additive="base">
                                        <p:cTn dur="500"/>
                                        <p:tgtEl>
                                          <p:spTgt spid="182"/>
                                        </p:tgtEl>
                                        <p:attrNameLst>
                                          <p:attrName>ppt_h</p:attrName>
                                        </p:attrNameLst>
                                      </p:cBhvr>
                                      <p:tavLst>
                                        <p:tav fmla="" tm="0">
                                          <p:val>
                                            <p:strVal val="0"/>
                                          </p:val>
                                        </p:tav>
                                        <p:tav fmla="" tm="100000">
                                          <p:val>
                                            <p:strVal val="#ppt_h"/>
                                          </p:val>
                                        </p:tav>
                                      </p:tavLst>
                                    </p:anim>
                                  </p:childTnLst>
                                </p:cTn>
                              </p:par>
                              <p:par>
                                <p:cTn fill="hold" nodeType="withEffect" presetClass="exit" presetID="10" presetSubtype="0">
                                  <p:stCondLst>
                                    <p:cond delay="250"/>
                                  </p:stCondLst>
                                  <p:childTnLst>
                                    <p:animEffect filter="fade" transition="out">
                                      <p:cBhvr>
                                        <p:cTn dur="500"/>
                                        <p:tgtEl>
                                          <p:spTgt spid="182"/>
                                        </p:tgtEl>
                                      </p:cBhvr>
                                    </p:animEffect>
                                    <p:set>
                                      <p:cBhvr>
                                        <p:cTn dur="1" fill="hold">
                                          <p:stCondLst>
                                            <p:cond delay="500"/>
                                          </p:stCondLst>
                                        </p:cTn>
                                        <p:tgtEl>
                                          <p:spTgt spid="182"/>
                                        </p:tgtEl>
                                        <p:attrNameLst>
                                          <p:attrName>style.visibility</p:attrName>
                                        </p:attrNameLst>
                                      </p:cBhvr>
                                      <p:to>
                                        <p:strVal val="hidden"/>
                                      </p:to>
                                    </p:set>
                                  </p:childTnLst>
                                </p:cTn>
                              </p:par>
                              <p:par>
                                <p:cTn fill="hold" nodeType="withEffect" presetClass="entr" presetID="23" presetSubtype="16">
                                  <p:stCondLst>
                                    <p:cond delay="250"/>
                                  </p:stCondLst>
                                  <p:childTnLst>
                                    <p:set>
                                      <p:cBhvr>
                                        <p:cTn dur="1" fill="hold">
                                          <p:stCondLst>
                                            <p:cond delay="0"/>
                                          </p:stCondLst>
                                        </p:cTn>
                                        <p:tgtEl>
                                          <p:spTgt spid="183"/>
                                        </p:tgtEl>
                                        <p:attrNameLst>
                                          <p:attrName>style.visibility</p:attrName>
                                        </p:attrNameLst>
                                      </p:cBhvr>
                                      <p:to>
                                        <p:strVal val="visible"/>
                                      </p:to>
                                    </p:set>
                                    <p:anim calcmode="lin" valueType="num">
                                      <p:cBhvr additive="base">
                                        <p:cTn dur="500"/>
                                        <p:tgtEl>
                                          <p:spTgt spid="183"/>
                                        </p:tgtEl>
                                        <p:attrNameLst>
                                          <p:attrName>ppt_w</p:attrName>
                                        </p:attrNameLst>
                                      </p:cBhvr>
                                      <p:tavLst>
                                        <p:tav fmla="" tm="0">
                                          <p:val>
                                            <p:strVal val="0"/>
                                          </p:val>
                                        </p:tav>
                                        <p:tav fmla="" tm="100000">
                                          <p:val>
                                            <p:strVal val="#ppt_w"/>
                                          </p:val>
                                        </p:tav>
                                      </p:tavLst>
                                    </p:anim>
                                    <p:anim calcmode="lin" valueType="num">
                                      <p:cBhvr additive="base">
                                        <p:cTn dur="500"/>
                                        <p:tgtEl>
                                          <p:spTgt spid="183"/>
                                        </p:tgtEl>
                                        <p:attrNameLst>
                                          <p:attrName>ppt_h</p:attrName>
                                        </p:attrNameLst>
                                      </p:cBhvr>
                                      <p:tavLst>
                                        <p:tav fmla="" tm="0">
                                          <p:val>
                                            <p:strVal val="0"/>
                                          </p:val>
                                        </p:tav>
                                        <p:tav fmla="" tm="100000">
                                          <p:val>
                                            <p:strVal val="#ppt_h"/>
                                          </p:val>
                                        </p:tav>
                                      </p:tavLst>
                                    </p:anim>
                                  </p:childTnLst>
                                </p:cTn>
                              </p:par>
                              <p:par>
                                <p:cTn fill="hold" nodeType="withEffect" presetClass="exit" presetID="10" presetSubtype="0">
                                  <p:stCondLst>
                                    <p:cond delay="500"/>
                                  </p:stCondLst>
                                  <p:childTnLst>
                                    <p:animEffect filter="fade" transition="out">
                                      <p:cBhvr>
                                        <p:cTn dur="500"/>
                                        <p:tgtEl>
                                          <p:spTgt spid="183"/>
                                        </p:tgtEl>
                                      </p:cBhvr>
                                    </p:animEffect>
                                    <p:set>
                                      <p:cBhvr>
                                        <p:cTn dur="1" fill="hold">
                                          <p:stCondLst>
                                            <p:cond delay="500"/>
                                          </p:stCondLst>
                                        </p:cTn>
                                        <p:tgtEl>
                                          <p:spTgt spid="18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allout with small Non-bulleted">
  <p:cSld name="5_Callout with small Non-bulleted">
    <p:spTree>
      <p:nvGrpSpPr>
        <p:cNvPr id="186" name="Shape 186"/>
        <p:cNvGrpSpPr/>
        <p:nvPr/>
      </p:nvGrpSpPr>
      <p:grpSpPr>
        <a:xfrm>
          <a:off x="0" y="0"/>
          <a:ext cx="0" cy="0"/>
          <a:chOff x="0" y="0"/>
          <a:chExt cx="0" cy="0"/>
        </a:xfrm>
      </p:grpSpPr>
      <p:sp>
        <p:nvSpPr>
          <p:cNvPr id="187" name="Google Shape;187;p53"/>
          <p:cNvSpPr/>
          <p:nvPr/>
        </p:nvSpPr>
        <p:spPr>
          <a:xfrm>
            <a:off x="0" y="0"/>
            <a:ext cx="12192000" cy="2974848"/>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8" name="Google Shape;188;p53"/>
          <p:cNvSpPr txBox="1"/>
          <p:nvPr>
            <p:ph idx="1" type="body"/>
          </p:nvPr>
        </p:nvSpPr>
        <p:spPr>
          <a:xfrm>
            <a:off x="269240" y="3367878"/>
            <a:ext cx="5192775" cy="1830245"/>
          </a:xfrm>
          <a:prstGeom prst="rect">
            <a:avLst/>
          </a:prstGeom>
          <a:noFill/>
          <a:ln>
            <a:noFill/>
          </a:ln>
        </p:spPr>
        <p:txBody>
          <a:bodyPr anchorCtr="0" anchor="t" bIns="45700" lIns="91425" spcFirstLastPara="1" rIns="91425" wrap="square" tIns="45700">
            <a:spAutoFit/>
          </a:bodyPr>
          <a:lstStyle>
            <a:lvl1pPr indent="-228600" lvl="0" marL="457200" marR="0" algn="l">
              <a:lnSpc>
                <a:spcPct val="90000"/>
              </a:lnSpc>
              <a:spcBef>
                <a:spcPts val="1200"/>
              </a:spcBef>
              <a:spcAft>
                <a:spcPts val="0"/>
              </a:spcAft>
              <a:buClr>
                <a:schemeClr val="dk1"/>
              </a:buClr>
              <a:buSzPts val="2823"/>
              <a:buFont typeface="Noto Sans Symbols"/>
              <a:buNone/>
              <a:defRPr sz="3137">
                <a:solidFill>
                  <a:schemeClr val="dk2"/>
                </a:solidFill>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rgbClr val="595959"/>
              </a:buClr>
              <a:buSzPts val="1961"/>
              <a:buNone/>
              <a:defRPr sz="1961"/>
            </a:lvl2pPr>
            <a:lvl3pPr indent="-228600" lvl="2" marL="1371600" algn="l">
              <a:lnSpc>
                <a:spcPct val="90000"/>
              </a:lnSpc>
              <a:spcBef>
                <a:spcPts val="1200"/>
              </a:spcBef>
              <a:spcAft>
                <a:spcPts val="0"/>
              </a:spcAft>
              <a:buClr>
                <a:schemeClr val="dk2"/>
              </a:buClr>
              <a:buSzPts val="1961"/>
              <a:buNone/>
              <a:defRPr sz="1961"/>
            </a:lvl3pPr>
            <a:lvl4pPr indent="-228600" lvl="3" marL="1828800" algn="l">
              <a:lnSpc>
                <a:spcPct val="90000"/>
              </a:lnSpc>
              <a:spcBef>
                <a:spcPts val="1200"/>
              </a:spcBef>
              <a:spcAft>
                <a:spcPts val="0"/>
              </a:spcAft>
              <a:buClr>
                <a:srgbClr val="262626"/>
              </a:buClr>
              <a:buSzPts val="1600"/>
              <a:buNone/>
              <a:defRPr/>
            </a:lvl4pPr>
            <a:lvl5pPr indent="-228600" lvl="4" marL="2286000" algn="l">
              <a:lnSpc>
                <a:spcPct val="90000"/>
              </a:lnSpc>
              <a:spcBef>
                <a:spcPts val="600"/>
              </a:spcBef>
              <a:spcAft>
                <a:spcPts val="0"/>
              </a:spcAft>
              <a:buClr>
                <a:srgbClr val="262626"/>
              </a:buClr>
              <a:buSzPts val="16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 name="Google Shape;189;p53"/>
          <p:cNvSpPr txBox="1"/>
          <p:nvPr>
            <p:ph idx="2" type="body"/>
          </p:nvPr>
        </p:nvSpPr>
        <p:spPr>
          <a:xfrm>
            <a:off x="6253316" y="3503950"/>
            <a:ext cx="5671764" cy="1705723"/>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dk1"/>
              </a:buClr>
              <a:buSzPts val="1961"/>
              <a:buNone/>
              <a:defRPr sz="1961">
                <a:latin typeface="Quattrocento Sans"/>
                <a:ea typeface="Quattrocento Sans"/>
                <a:cs typeface="Quattrocento Sans"/>
                <a:sym typeface="Quattrocento Sans"/>
              </a:defRPr>
            </a:lvl1pPr>
            <a:lvl2pPr indent="-228600" lvl="1" marL="914400" algn="l">
              <a:lnSpc>
                <a:spcPct val="90000"/>
              </a:lnSpc>
              <a:spcBef>
                <a:spcPts val="500"/>
              </a:spcBef>
              <a:spcAft>
                <a:spcPts val="0"/>
              </a:spcAft>
              <a:buClr>
                <a:srgbClr val="595959"/>
              </a:buClr>
              <a:buSzPts val="1765"/>
              <a:buNone/>
              <a:defRPr sz="1765">
                <a:latin typeface="Quattrocento Sans"/>
                <a:ea typeface="Quattrocento Sans"/>
                <a:cs typeface="Quattrocento Sans"/>
                <a:sym typeface="Quattrocento Sans"/>
              </a:defRPr>
            </a:lvl2pPr>
            <a:lvl3pPr indent="-228600" lvl="2" marL="1371600" algn="l">
              <a:lnSpc>
                <a:spcPct val="90000"/>
              </a:lnSpc>
              <a:spcBef>
                <a:spcPts val="1200"/>
              </a:spcBef>
              <a:spcAft>
                <a:spcPts val="0"/>
              </a:spcAft>
              <a:buClr>
                <a:schemeClr val="dk2"/>
              </a:buClr>
              <a:buSzPts val="1568"/>
              <a:buNone/>
              <a:defRPr sz="1568">
                <a:latin typeface="Quattrocento Sans"/>
                <a:ea typeface="Quattrocento Sans"/>
                <a:cs typeface="Quattrocento Sans"/>
                <a:sym typeface="Quattrocento Sans"/>
              </a:defRPr>
            </a:lvl3pPr>
            <a:lvl4pPr indent="-228600" lvl="3" marL="1828800" algn="l">
              <a:lnSpc>
                <a:spcPct val="90000"/>
              </a:lnSpc>
              <a:spcBef>
                <a:spcPts val="1200"/>
              </a:spcBef>
              <a:spcAft>
                <a:spcPts val="0"/>
              </a:spcAft>
              <a:buClr>
                <a:srgbClr val="262626"/>
              </a:buClr>
              <a:buSzPts val="1372"/>
              <a:buNone/>
              <a:defRPr sz="1372">
                <a:latin typeface="Quattrocento Sans"/>
                <a:ea typeface="Quattrocento Sans"/>
                <a:cs typeface="Quattrocento Sans"/>
                <a:sym typeface="Quattrocento Sans"/>
              </a:defRPr>
            </a:lvl4pPr>
            <a:lvl5pPr indent="-228600" lvl="4" marL="2286000" algn="l">
              <a:lnSpc>
                <a:spcPct val="90000"/>
              </a:lnSpc>
              <a:spcBef>
                <a:spcPts val="600"/>
              </a:spcBef>
              <a:spcAft>
                <a:spcPts val="0"/>
              </a:spcAft>
              <a:buClr>
                <a:srgbClr val="262626"/>
              </a:buClr>
              <a:buSzPts val="1372"/>
              <a:buNone/>
              <a:defRPr sz="1372">
                <a:latin typeface="Quattrocento Sans"/>
                <a:ea typeface="Quattrocento Sans"/>
                <a:cs typeface="Quattrocento Sans"/>
                <a:sym typeface="Quattrocento Sans"/>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90" name="Google Shape;190;p53"/>
          <p:cNvPicPr preferRelativeResize="0"/>
          <p:nvPr>
            <p:ph idx="3" type="pic"/>
          </p:nvPr>
        </p:nvPicPr>
        <p:blipFill/>
        <p:spPr>
          <a:xfrm>
            <a:off x="0" y="0"/>
            <a:ext cx="12192000" cy="2974848"/>
          </a:xfrm>
          <a:prstGeom prst="rect">
            <a:avLst/>
          </a:prstGeom>
          <a:blipFill rotWithShape="1">
            <a:blip r:embed="rId2">
              <a:alphaModFix/>
            </a:blip>
            <a:stretch>
              <a:fillRect b="-46449" l="0" r="-4797" t="-65716"/>
            </a:stretch>
          </a:blipFill>
          <a:ln>
            <a:noFill/>
          </a:ln>
        </p:spPr>
      </p:pic>
      <p:sp>
        <p:nvSpPr>
          <p:cNvPr id="191" name="Google Shape;191;p53">
            <a:hlinkClick r:id="rId3"/>
          </p:cNvPr>
          <p:cNvSpPr/>
          <p:nvPr/>
        </p:nvSpPr>
        <p:spPr>
          <a:xfrm>
            <a:off x="9089198" y="6298102"/>
            <a:ext cx="2466220" cy="367873"/>
          </a:xfrm>
          <a:prstGeom prst="roundRect">
            <a:avLst>
              <a:gd fmla="val 50000" name="adj"/>
            </a:avLst>
          </a:prstGeom>
          <a:solidFill>
            <a:srgbClr val="00456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100"/>
              <a:buFont typeface="Quattrocento Sans"/>
              <a:buNone/>
            </a:pPr>
            <a:r>
              <a:rPr b="0" i="0" lang="en-US" sz="1100" u="none" cap="none" strike="noStrike">
                <a:solidFill>
                  <a:srgbClr val="FFFFFF"/>
                </a:solidFill>
                <a:latin typeface="Quattrocento Sans"/>
                <a:ea typeface="Quattrocento Sans"/>
                <a:cs typeface="Quattrocento Sans"/>
                <a:sym typeface="Quattrocento Sans"/>
              </a:rPr>
              <a:t>Neal Creative  | click &amp; </a:t>
            </a:r>
            <a:r>
              <a:rPr b="1" i="0" lang="en-US" sz="1100" u="none" cap="none" strike="noStrike">
                <a:solidFill>
                  <a:srgbClr val="FFFFFF"/>
                </a:solidFill>
                <a:latin typeface="Quattrocento Sans"/>
                <a:ea typeface="Quattrocento Sans"/>
                <a:cs typeface="Quattrocento Sans"/>
                <a:sym typeface="Quattrocento Sans"/>
              </a:rPr>
              <a:t>Learn more</a:t>
            </a:r>
            <a:endParaRPr/>
          </a:p>
        </p:txBody>
      </p:sp>
      <p:sp>
        <p:nvSpPr>
          <p:cNvPr id="192" name="Google Shape;192;p53"/>
          <p:cNvSpPr txBox="1"/>
          <p:nvPr>
            <p:ph type="title"/>
          </p:nvPr>
        </p:nvSpPr>
        <p:spPr>
          <a:xfrm>
            <a:off x="304800" y="419099"/>
            <a:ext cx="8917577" cy="625929"/>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3" name="Google Shape;193;p53"/>
          <p:cNvSpPr txBox="1"/>
          <p:nvPr>
            <p:ph idx="12" type="sldNum"/>
          </p:nvPr>
        </p:nvSpPr>
        <p:spPr>
          <a:xfrm>
            <a:off x="11668594" y="6484937"/>
            <a:ext cx="52340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Quattrocento Sans"/>
                <a:ea typeface="Quattrocento Sans"/>
                <a:cs typeface="Quattrocento Sans"/>
                <a:sym typeface="Quattrocento Sans"/>
              </a:defRPr>
            </a:lvl1pPr>
            <a:lvl2pPr indent="0" lvl="1" marL="0" algn="r">
              <a:spcBef>
                <a:spcPts val="0"/>
              </a:spcBef>
              <a:buNone/>
              <a:defRPr sz="1200">
                <a:solidFill>
                  <a:schemeClr val="dk2"/>
                </a:solidFill>
                <a:latin typeface="Quattrocento Sans"/>
                <a:ea typeface="Quattrocento Sans"/>
                <a:cs typeface="Quattrocento Sans"/>
                <a:sym typeface="Quattrocento Sans"/>
              </a:defRPr>
            </a:lvl2pPr>
            <a:lvl3pPr indent="0" lvl="2" marL="0" algn="r">
              <a:spcBef>
                <a:spcPts val="0"/>
              </a:spcBef>
              <a:buNone/>
              <a:defRPr sz="1200">
                <a:solidFill>
                  <a:schemeClr val="dk2"/>
                </a:solidFill>
                <a:latin typeface="Quattrocento Sans"/>
                <a:ea typeface="Quattrocento Sans"/>
                <a:cs typeface="Quattrocento Sans"/>
                <a:sym typeface="Quattrocento Sans"/>
              </a:defRPr>
            </a:lvl3pPr>
            <a:lvl4pPr indent="0" lvl="3" marL="0" algn="r">
              <a:spcBef>
                <a:spcPts val="0"/>
              </a:spcBef>
              <a:buNone/>
              <a:defRPr sz="1200">
                <a:solidFill>
                  <a:schemeClr val="dk2"/>
                </a:solidFill>
                <a:latin typeface="Quattrocento Sans"/>
                <a:ea typeface="Quattrocento Sans"/>
                <a:cs typeface="Quattrocento Sans"/>
                <a:sym typeface="Quattrocento Sans"/>
              </a:defRPr>
            </a:lvl4pPr>
            <a:lvl5pPr indent="0" lvl="4" marL="0" algn="r">
              <a:spcBef>
                <a:spcPts val="0"/>
              </a:spcBef>
              <a:buNone/>
              <a:defRPr sz="1200">
                <a:solidFill>
                  <a:schemeClr val="dk2"/>
                </a:solidFill>
                <a:latin typeface="Quattrocento Sans"/>
                <a:ea typeface="Quattrocento Sans"/>
                <a:cs typeface="Quattrocento Sans"/>
                <a:sym typeface="Quattrocento Sans"/>
              </a:defRPr>
            </a:lvl5pPr>
            <a:lvl6pPr indent="0" lvl="5" marL="0" algn="r">
              <a:spcBef>
                <a:spcPts val="0"/>
              </a:spcBef>
              <a:buNone/>
              <a:defRPr sz="1200">
                <a:solidFill>
                  <a:schemeClr val="dk2"/>
                </a:solidFill>
                <a:latin typeface="Quattrocento Sans"/>
                <a:ea typeface="Quattrocento Sans"/>
                <a:cs typeface="Quattrocento Sans"/>
                <a:sym typeface="Quattrocento Sans"/>
              </a:defRPr>
            </a:lvl6pPr>
            <a:lvl7pPr indent="0" lvl="6" marL="0" algn="r">
              <a:spcBef>
                <a:spcPts val="0"/>
              </a:spcBef>
              <a:buNone/>
              <a:defRPr sz="1200">
                <a:solidFill>
                  <a:schemeClr val="dk2"/>
                </a:solidFill>
                <a:latin typeface="Quattrocento Sans"/>
                <a:ea typeface="Quattrocento Sans"/>
                <a:cs typeface="Quattrocento Sans"/>
                <a:sym typeface="Quattrocento Sans"/>
              </a:defRPr>
            </a:lvl7pPr>
            <a:lvl8pPr indent="0" lvl="7" marL="0" algn="r">
              <a:spcBef>
                <a:spcPts val="0"/>
              </a:spcBef>
              <a:buNone/>
              <a:defRPr sz="1200">
                <a:solidFill>
                  <a:schemeClr val="dk2"/>
                </a:solidFill>
                <a:latin typeface="Quattrocento Sans"/>
                <a:ea typeface="Quattrocento Sans"/>
                <a:cs typeface="Quattrocento Sans"/>
                <a:sym typeface="Quattrocento Sans"/>
              </a:defRPr>
            </a:lvl8pPr>
            <a:lvl9pPr indent="0" lvl="8" marL="0" algn="r">
              <a:spcBef>
                <a:spcPts val="0"/>
              </a:spcBef>
              <a:buNone/>
              <a:defRPr sz="1200">
                <a:solidFill>
                  <a:schemeClr val="dk2"/>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194" name="Google Shape;194;p53">
            <a:hlinkClick r:id="rId4"/>
          </p:cNvPr>
          <p:cNvSpPr/>
          <p:nvPr/>
        </p:nvSpPr>
        <p:spPr>
          <a:xfrm>
            <a:off x="191616" y="6337795"/>
            <a:ext cx="1209664" cy="346234"/>
          </a:xfrm>
          <a:prstGeom prst="roundRect">
            <a:avLst>
              <a:gd fmla="val 50000" name="adj"/>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FBFBF"/>
              </a:buClr>
              <a:buSzPts val="1000"/>
              <a:buFont typeface="Quattrocento Sans"/>
              <a:buNone/>
            </a:pPr>
            <a:r>
              <a:rPr lang="en-US" sz="1000">
                <a:solidFill>
                  <a:srgbClr val="BFBFBF"/>
                </a:solidFill>
                <a:latin typeface="Quattrocento Sans"/>
                <a:ea typeface="Quattrocento Sans"/>
                <a:cs typeface="Quattrocento Sans"/>
                <a:sym typeface="Quattrocento Sans"/>
              </a:rPr>
              <a:t>Neal Creative </a:t>
            </a:r>
            <a:r>
              <a:rPr lang="en-US" sz="900">
                <a:solidFill>
                  <a:srgbClr val="BFBFBF"/>
                </a:solidFill>
                <a:latin typeface="Quattrocento Sans"/>
                <a:ea typeface="Quattrocento Sans"/>
                <a:cs typeface="Quattrocento Sans"/>
                <a:sym typeface="Quattrocento Sans"/>
              </a:rPr>
              <a:t>©</a:t>
            </a:r>
            <a:r>
              <a:rPr lang="en-US" sz="1000">
                <a:solidFill>
                  <a:srgbClr val="BFBFBF"/>
                </a:solidFill>
                <a:latin typeface="Quattrocento Sans"/>
                <a:ea typeface="Quattrocento Sans"/>
                <a:cs typeface="Quattrocento Sans"/>
                <a:sym typeface="Quattrocento Sans"/>
              </a:rPr>
              <a:t> </a:t>
            </a:r>
            <a:endParaRPr b="1" sz="1000">
              <a:solidFill>
                <a:srgbClr val="BFBFBF"/>
              </a:solidFill>
              <a:latin typeface="Quattrocento Sans"/>
              <a:ea typeface="Quattrocento Sans"/>
              <a:cs typeface="Quattrocento Sans"/>
              <a:sym typeface="Quattrocen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21.xml"/><Relationship Id="rId22" Type="http://schemas.openxmlformats.org/officeDocument/2006/relationships/slideLayout" Target="../slideLayouts/slideLayout23.xml"/><Relationship Id="rId21" Type="http://schemas.openxmlformats.org/officeDocument/2006/relationships/slideLayout" Target="../slideLayouts/slideLayout22.xml"/><Relationship Id="rId24" Type="http://schemas.openxmlformats.org/officeDocument/2006/relationships/slideLayout" Target="../slideLayouts/slideLayout25.xml"/><Relationship Id="rId23" Type="http://schemas.openxmlformats.org/officeDocument/2006/relationships/slideLayout" Target="../slideLayouts/slideLayout24.xml"/><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9" Type="http://schemas.openxmlformats.org/officeDocument/2006/relationships/slideLayout" Target="../slideLayouts/slideLayout10.xml"/><Relationship Id="rId26" Type="http://schemas.openxmlformats.org/officeDocument/2006/relationships/slideLayout" Target="../slideLayouts/slideLayout27.xml"/><Relationship Id="rId25" Type="http://schemas.openxmlformats.org/officeDocument/2006/relationships/slideLayout" Target="../slideLayouts/slideLayout26.xml"/><Relationship Id="rId28" Type="http://schemas.openxmlformats.org/officeDocument/2006/relationships/theme" Target="../theme/theme1.xml"/><Relationship Id="rId27" Type="http://schemas.openxmlformats.org/officeDocument/2006/relationships/slideLayout" Target="../slideLayouts/slideLayout28.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3" Type="http://schemas.openxmlformats.org/officeDocument/2006/relationships/slideLayout" Target="../slideLayouts/slideLayout14.xml"/><Relationship Id="rId12" Type="http://schemas.openxmlformats.org/officeDocument/2006/relationships/slideLayout" Target="../slideLayouts/slideLayout13.xml"/><Relationship Id="rId15" Type="http://schemas.openxmlformats.org/officeDocument/2006/relationships/slideLayout" Target="../slideLayouts/slideLayout16.xml"/><Relationship Id="rId14" Type="http://schemas.openxmlformats.org/officeDocument/2006/relationships/slideLayout" Target="../slideLayouts/slideLayout15.xml"/><Relationship Id="rId17" Type="http://schemas.openxmlformats.org/officeDocument/2006/relationships/slideLayout" Target="../slideLayouts/slideLayout18.xml"/><Relationship Id="rId16" Type="http://schemas.openxmlformats.org/officeDocument/2006/relationships/slideLayout" Target="../slideLayouts/slideLayout17.xml"/><Relationship Id="rId19" Type="http://schemas.openxmlformats.org/officeDocument/2006/relationships/slideLayout" Target="../slideLayouts/slideLayout20.xml"/><Relationship Id="rId1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25"/>
          <p:cNvSpPr txBox="1"/>
          <p:nvPr>
            <p:ph idx="1" type="body"/>
          </p:nvPr>
        </p:nvSpPr>
        <p:spPr>
          <a:xfrm>
            <a:off x="304800" y="1275347"/>
            <a:ext cx="11658600" cy="1870769"/>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chemeClr val="lt1"/>
              </a:buClr>
              <a:buSzPts val="2400"/>
              <a:buFont typeface="Arial"/>
              <a:buNone/>
              <a:defRPr b="1" i="0" sz="2400" u="none" cap="none" strike="noStrike">
                <a:solidFill>
                  <a:schemeClr val="lt1"/>
                </a:solidFill>
                <a:latin typeface="Quattrocento Sans"/>
                <a:ea typeface="Quattrocento Sans"/>
                <a:cs typeface="Quattrocento Sans"/>
                <a:sym typeface="Quattrocento Sans"/>
              </a:defRPr>
            </a:lvl1pPr>
            <a:lvl2pPr indent="-228600" lvl="1" marL="914400" marR="0" rtl="0" algn="l">
              <a:lnSpc>
                <a:spcPct val="90000"/>
              </a:lnSpc>
              <a:spcBef>
                <a:spcPts val="500"/>
              </a:spcBef>
              <a:spcAft>
                <a:spcPts val="0"/>
              </a:spcAft>
              <a:buClr>
                <a:srgbClr val="FEFEFE"/>
              </a:buClr>
              <a:buSzPts val="2000"/>
              <a:buFont typeface="Arial"/>
              <a:buNone/>
              <a:defRPr b="0" i="0" sz="2000" u="none" cap="none" strike="noStrike">
                <a:solidFill>
                  <a:srgbClr val="FEFEFE"/>
                </a:solidFill>
                <a:latin typeface="Quattrocento Sans"/>
                <a:ea typeface="Quattrocento Sans"/>
                <a:cs typeface="Quattrocento Sans"/>
                <a:sym typeface="Quattrocento Sans"/>
              </a:defRPr>
            </a:lvl2pPr>
            <a:lvl3pPr indent="-228600" lvl="2" marL="1371600" marR="0" rtl="0" algn="l">
              <a:lnSpc>
                <a:spcPct val="90000"/>
              </a:lnSpc>
              <a:spcBef>
                <a:spcPts val="1200"/>
              </a:spcBef>
              <a:spcAft>
                <a:spcPts val="0"/>
              </a:spcAft>
              <a:buClr>
                <a:schemeClr val="lt2"/>
              </a:buClr>
              <a:buSzPts val="2000"/>
              <a:buFont typeface="Arial"/>
              <a:buNone/>
              <a:defRPr b="1" i="0" sz="2000" u="none" cap="none" strike="noStrike">
                <a:solidFill>
                  <a:schemeClr val="lt2"/>
                </a:solidFill>
                <a:latin typeface="Quattrocento Sans"/>
                <a:ea typeface="Quattrocento Sans"/>
                <a:cs typeface="Quattrocento Sans"/>
                <a:sym typeface="Quattrocento Sans"/>
              </a:defRPr>
            </a:lvl3pPr>
            <a:lvl4pPr indent="-228600" lvl="3" marL="1828800" marR="0" rtl="0" algn="l">
              <a:lnSpc>
                <a:spcPct val="90000"/>
              </a:lnSpc>
              <a:spcBef>
                <a:spcPts val="1200"/>
              </a:spcBef>
              <a:spcAft>
                <a:spcPts val="0"/>
              </a:spcAft>
              <a:buClr>
                <a:srgbClr val="FEFEFE"/>
              </a:buClr>
              <a:buSzPts val="1600"/>
              <a:buFont typeface="Arial"/>
              <a:buNone/>
              <a:defRPr b="0" i="0" sz="1600" u="none" cap="none" strike="noStrike">
                <a:solidFill>
                  <a:srgbClr val="FEFEFE"/>
                </a:solidFill>
                <a:latin typeface="Quattrocento Sans"/>
                <a:ea typeface="Quattrocento Sans"/>
                <a:cs typeface="Quattrocento Sans"/>
                <a:sym typeface="Quattrocento Sans"/>
              </a:defRPr>
            </a:lvl4pPr>
            <a:lvl5pPr indent="-228600" lvl="4" marL="2286000" marR="0" rtl="0" algn="l">
              <a:lnSpc>
                <a:spcPct val="90000"/>
              </a:lnSpc>
              <a:spcBef>
                <a:spcPts val="600"/>
              </a:spcBef>
              <a:spcAft>
                <a:spcPts val="0"/>
              </a:spcAft>
              <a:buClr>
                <a:srgbClr val="FEFEFE"/>
              </a:buClr>
              <a:buSzPts val="1600"/>
              <a:buFont typeface="Arial"/>
              <a:buNone/>
              <a:defRPr b="0" i="0" sz="1600" u="none" cap="none" strike="noStrike">
                <a:solidFill>
                  <a:srgbClr val="FEFEFE"/>
                </a:solidFill>
                <a:latin typeface="Quattrocento Sans"/>
                <a:ea typeface="Quattrocento Sans"/>
                <a:cs typeface="Quattrocento Sans"/>
                <a:sym typeface="Quattrocento Sans"/>
              </a:defRPr>
            </a:lvl5pPr>
            <a:lvl6pPr indent="-342900" lvl="5" marL="2743200" marR="0" rtl="0" algn="l">
              <a:lnSpc>
                <a:spcPct val="90000"/>
              </a:lnSpc>
              <a:spcBef>
                <a:spcPts val="1200"/>
              </a:spcBef>
              <a:spcAft>
                <a:spcPts val="0"/>
              </a:spcAft>
              <a:buClr>
                <a:schemeClr val="lt1"/>
              </a:buClr>
              <a:buSzPts val="1800"/>
              <a:buFont typeface="Arial"/>
              <a:buChar char="•"/>
              <a:defRPr b="0" i="0" sz="1800" u="none" cap="none" strike="noStrike">
                <a:solidFill>
                  <a:schemeClr val="lt1"/>
                </a:solidFill>
                <a:latin typeface="Quattrocento Sans"/>
                <a:ea typeface="Quattrocento Sans"/>
                <a:cs typeface="Quattrocento Sans"/>
                <a:sym typeface="Quattrocento Sans"/>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Quattrocento Sans"/>
                <a:ea typeface="Quattrocento Sans"/>
                <a:cs typeface="Quattrocento Sans"/>
                <a:sym typeface="Quattrocento Sans"/>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Quattrocento Sans"/>
                <a:ea typeface="Quattrocento Sans"/>
                <a:cs typeface="Quattrocento Sans"/>
                <a:sym typeface="Quattrocento Sans"/>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Quattrocento Sans"/>
                <a:ea typeface="Quattrocento Sans"/>
                <a:cs typeface="Quattrocento Sans"/>
                <a:sym typeface="Quattrocento Sans"/>
              </a:defRPr>
            </a:lvl9pPr>
          </a:lstStyle>
          <a:p/>
        </p:txBody>
      </p:sp>
      <p:sp>
        <p:nvSpPr>
          <p:cNvPr id="11" name="Google Shape;11;p25"/>
          <p:cNvSpPr txBox="1"/>
          <p:nvPr>
            <p:ph type="title"/>
          </p:nvPr>
        </p:nvSpPr>
        <p:spPr>
          <a:xfrm>
            <a:off x="304800" y="419100"/>
            <a:ext cx="11658600" cy="590931"/>
          </a:xfrm>
          <a:prstGeom prst="rect">
            <a:avLst/>
          </a:prstGeom>
          <a:noFill/>
          <a:ln>
            <a:noFill/>
          </a:ln>
        </p:spPr>
        <p:txBody>
          <a:bodyPr anchorCtr="0" anchor="t" bIns="45700" lIns="91425" spcFirstLastPara="1" rIns="91425" wrap="square" tIns="45700">
            <a:spAutoFit/>
          </a:bodyPr>
          <a:lstStyle>
            <a:lvl1pPr lvl="0" marR="0" rtl="0" algn="l">
              <a:lnSpc>
                <a:spcPct val="90000"/>
              </a:lnSpc>
              <a:spcBef>
                <a:spcPts val="0"/>
              </a:spcBef>
              <a:spcAft>
                <a:spcPts val="0"/>
              </a:spcAft>
              <a:buClr>
                <a:schemeClr val="lt1"/>
              </a:buClr>
              <a:buSzPts val="3600"/>
              <a:buFont typeface="Quattrocento Sans"/>
              <a:buNone/>
              <a:defRPr b="0" i="0" sz="3600" u="none" cap="none" strike="noStrike">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25"/>
          <p:cNvSpPr txBox="1"/>
          <p:nvPr>
            <p:ph idx="12" type="sldNum"/>
          </p:nvPr>
        </p:nvSpPr>
        <p:spPr>
          <a:xfrm>
            <a:off x="11668594" y="6484937"/>
            <a:ext cx="523406"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lt2"/>
                </a:solidFill>
                <a:latin typeface="Quattrocento Sans"/>
                <a:ea typeface="Quattrocento Sans"/>
                <a:cs typeface="Quattrocento Sans"/>
                <a:sym typeface="Quattrocento Sans"/>
              </a:defRPr>
            </a:lvl1pPr>
            <a:lvl2pPr indent="0" lvl="1" marL="0" marR="0" rtl="0" algn="r">
              <a:spcBef>
                <a:spcPts val="0"/>
              </a:spcBef>
              <a:buNone/>
              <a:defRPr b="0" i="0" sz="1200" u="none" cap="none" strike="noStrike">
                <a:solidFill>
                  <a:schemeClr val="lt2"/>
                </a:solidFill>
                <a:latin typeface="Quattrocento Sans"/>
                <a:ea typeface="Quattrocento Sans"/>
                <a:cs typeface="Quattrocento Sans"/>
                <a:sym typeface="Quattrocento Sans"/>
              </a:defRPr>
            </a:lvl2pPr>
            <a:lvl3pPr indent="0" lvl="2" marL="0" marR="0" rtl="0" algn="r">
              <a:spcBef>
                <a:spcPts val="0"/>
              </a:spcBef>
              <a:buNone/>
              <a:defRPr b="0" i="0" sz="1200" u="none" cap="none" strike="noStrike">
                <a:solidFill>
                  <a:schemeClr val="lt2"/>
                </a:solidFill>
                <a:latin typeface="Quattrocento Sans"/>
                <a:ea typeface="Quattrocento Sans"/>
                <a:cs typeface="Quattrocento Sans"/>
                <a:sym typeface="Quattrocento Sans"/>
              </a:defRPr>
            </a:lvl3pPr>
            <a:lvl4pPr indent="0" lvl="3" marL="0" marR="0" rtl="0" algn="r">
              <a:spcBef>
                <a:spcPts val="0"/>
              </a:spcBef>
              <a:buNone/>
              <a:defRPr b="0" i="0" sz="1200" u="none" cap="none" strike="noStrike">
                <a:solidFill>
                  <a:schemeClr val="lt2"/>
                </a:solidFill>
                <a:latin typeface="Quattrocento Sans"/>
                <a:ea typeface="Quattrocento Sans"/>
                <a:cs typeface="Quattrocento Sans"/>
                <a:sym typeface="Quattrocento Sans"/>
              </a:defRPr>
            </a:lvl4pPr>
            <a:lvl5pPr indent="0" lvl="4" marL="0" marR="0" rtl="0" algn="r">
              <a:spcBef>
                <a:spcPts val="0"/>
              </a:spcBef>
              <a:buNone/>
              <a:defRPr b="0" i="0" sz="1200" u="none" cap="none" strike="noStrike">
                <a:solidFill>
                  <a:schemeClr val="lt2"/>
                </a:solidFill>
                <a:latin typeface="Quattrocento Sans"/>
                <a:ea typeface="Quattrocento Sans"/>
                <a:cs typeface="Quattrocento Sans"/>
                <a:sym typeface="Quattrocento Sans"/>
              </a:defRPr>
            </a:lvl5pPr>
            <a:lvl6pPr indent="0" lvl="5" marL="0" marR="0" rtl="0" algn="r">
              <a:spcBef>
                <a:spcPts val="0"/>
              </a:spcBef>
              <a:buNone/>
              <a:defRPr b="0" i="0" sz="1200" u="none" cap="none" strike="noStrike">
                <a:solidFill>
                  <a:schemeClr val="lt2"/>
                </a:solidFill>
                <a:latin typeface="Quattrocento Sans"/>
                <a:ea typeface="Quattrocento Sans"/>
                <a:cs typeface="Quattrocento Sans"/>
                <a:sym typeface="Quattrocento Sans"/>
              </a:defRPr>
            </a:lvl6pPr>
            <a:lvl7pPr indent="0" lvl="6" marL="0" marR="0" rtl="0" algn="r">
              <a:spcBef>
                <a:spcPts val="0"/>
              </a:spcBef>
              <a:buNone/>
              <a:defRPr b="0" i="0" sz="1200" u="none" cap="none" strike="noStrike">
                <a:solidFill>
                  <a:schemeClr val="lt2"/>
                </a:solidFill>
                <a:latin typeface="Quattrocento Sans"/>
                <a:ea typeface="Quattrocento Sans"/>
                <a:cs typeface="Quattrocento Sans"/>
                <a:sym typeface="Quattrocento Sans"/>
              </a:defRPr>
            </a:lvl7pPr>
            <a:lvl8pPr indent="0" lvl="7" marL="0" marR="0" rtl="0" algn="r">
              <a:spcBef>
                <a:spcPts val="0"/>
              </a:spcBef>
              <a:buNone/>
              <a:defRPr b="0" i="0" sz="1200" u="none" cap="none" strike="noStrike">
                <a:solidFill>
                  <a:schemeClr val="lt2"/>
                </a:solidFill>
                <a:latin typeface="Quattrocento Sans"/>
                <a:ea typeface="Quattrocento Sans"/>
                <a:cs typeface="Quattrocento Sans"/>
                <a:sym typeface="Quattrocento Sans"/>
              </a:defRPr>
            </a:lvl8pPr>
            <a:lvl9pPr indent="0" lvl="8" marL="0" marR="0" rtl="0" algn="r">
              <a:spcBef>
                <a:spcPts val="0"/>
              </a:spcBef>
              <a:buNone/>
              <a:defRPr b="0" i="0" sz="1200" u="none" cap="none" strike="noStrike">
                <a:solidFill>
                  <a:schemeClr val="lt2"/>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guide id="3" pos="192">
          <p15:clr>
            <a:srgbClr val="F26B43"/>
          </p15:clr>
        </p15:guide>
        <p15:guide id="4" pos="7536">
          <p15:clr>
            <a:srgbClr val="F26B43"/>
          </p15:clr>
        </p15:guide>
        <p15:guide id="5" orient="horz" pos="264">
          <p15:clr>
            <a:srgbClr val="F26B43"/>
          </p15:clr>
        </p15:guide>
        <p15:guide id="6" orient="horz" pos="792">
          <p15:clr>
            <a:srgbClr val="F26B43"/>
          </p15:clr>
        </p15:guide>
        <p15:guide id="7" orient="horz" pos="420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24"/>
          <p:cNvSpPr txBox="1"/>
          <p:nvPr>
            <p:ph idx="1" type="body"/>
          </p:nvPr>
        </p:nvSpPr>
        <p:spPr>
          <a:xfrm>
            <a:off x="304800" y="1275347"/>
            <a:ext cx="11658600" cy="1870769"/>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Quattrocento Sans"/>
                <a:ea typeface="Quattrocento Sans"/>
                <a:cs typeface="Quattrocento Sans"/>
                <a:sym typeface="Quattrocento Sans"/>
              </a:defRPr>
            </a:lvl1pPr>
            <a:lvl2pPr indent="-228600" lvl="1" marL="914400" marR="0" rtl="0" algn="l">
              <a:lnSpc>
                <a:spcPct val="90000"/>
              </a:lnSpc>
              <a:spcBef>
                <a:spcPts val="500"/>
              </a:spcBef>
              <a:spcAft>
                <a:spcPts val="0"/>
              </a:spcAft>
              <a:buClr>
                <a:srgbClr val="595959"/>
              </a:buClr>
              <a:buSzPts val="2000"/>
              <a:buFont typeface="Arial"/>
              <a:buNone/>
              <a:defRPr b="0" i="0" sz="2000" u="none" cap="none" strike="noStrike">
                <a:solidFill>
                  <a:srgbClr val="595959"/>
                </a:solidFill>
                <a:latin typeface="Quattrocento Sans"/>
                <a:ea typeface="Quattrocento Sans"/>
                <a:cs typeface="Quattrocento Sans"/>
                <a:sym typeface="Quattrocento Sans"/>
              </a:defRPr>
            </a:lvl2pPr>
            <a:lvl3pPr indent="-228600" lvl="2" marL="1371600" marR="0" rtl="0" algn="l">
              <a:lnSpc>
                <a:spcPct val="90000"/>
              </a:lnSpc>
              <a:spcBef>
                <a:spcPts val="1200"/>
              </a:spcBef>
              <a:spcAft>
                <a:spcPts val="0"/>
              </a:spcAft>
              <a:buClr>
                <a:schemeClr val="dk2"/>
              </a:buClr>
              <a:buSzPts val="2000"/>
              <a:buFont typeface="Arial"/>
              <a:buNone/>
              <a:defRPr b="1" i="0" sz="2000" u="none" cap="none" strike="noStrike">
                <a:solidFill>
                  <a:schemeClr val="dk2"/>
                </a:solidFill>
                <a:latin typeface="Quattrocento Sans"/>
                <a:ea typeface="Quattrocento Sans"/>
                <a:cs typeface="Quattrocento Sans"/>
                <a:sym typeface="Quattrocento Sans"/>
              </a:defRPr>
            </a:lvl3pPr>
            <a:lvl4pPr indent="-228600" lvl="3" marL="1828800" marR="0" rtl="0" algn="l">
              <a:lnSpc>
                <a:spcPct val="90000"/>
              </a:lnSpc>
              <a:spcBef>
                <a:spcPts val="1200"/>
              </a:spcBef>
              <a:spcAft>
                <a:spcPts val="0"/>
              </a:spcAft>
              <a:buClr>
                <a:srgbClr val="262626"/>
              </a:buClr>
              <a:buSzPts val="1600"/>
              <a:buFont typeface="Arial"/>
              <a:buNone/>
              <a:defRPr b="0" i="0" sz="1600" u="none" cap="none" strike="noStrike">
                <a:solidFill>
                  <a:srgbClr val="262626"/>
                </a:solidFill>
                <a:latin typeface="Quattrocento Sans"/>
                <a:ea typeface="Quattrocento Sans"/>
                <a:cs typeface="Quattrocento Sans"/>
                <a:sym typeface="Quattrocento Sans"/>
              </a:defRPr>
            </a:lvl4pPr>
            <a:lvl5pPr indent="-228600" lvl="4" marL="2286000" marR="0" rtl="0" algn="l">
              <a:lnSpc>
                <a:spcPct val="90000"/>
              </a:lnSpc>
              <a:spcBef>
                <a:spcPts val="600"/>
              </a:spcBef>
              <a:spcAft>
                <a:spcPts val="0"/>
              </a:spcAft>
              <a:buClr>
                <a:srgbClr val="262626"/>
              </a:buClr>
              <a:buSzPts val="1600"/>
              <a:buFont typeface="Arial"/>
              <a:buNone/>
              <a:defRPr b="0" i="0" sz="1600" u="none" cap="none" strike="noStrike">
                <a:solidFill>
                  <a:srgbClr val="262626"/>
                </a:solidFill>
                <a:latin typeface="Quattrocento Sans"/>
                <a:ea typeface="Quattrocento Sans"/>
                <a:cs typeface="Quattrocento Sans"/>
                <a:sym typeface="Quattrocento Sans"/>
              </a:defRPr>
            </a:lvl5pPr>
            <a:lvl6pPr indent="-342900" lvl="5" marL="2743200" marR="0" rtl="0" algn="l">
              <a:lnSpc>
                <a:spcPct val="90000"/>
              </a:lnSpc>
              <a:spcBef>
                <a:spcPts val="12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9pPr>
          </a:lstStyle>
          <a:p/>
        </p:txBody>
      </p:sp>
      <p:sp>
        <p:nvSpPr>
          <p:cNvPr id="20" name="Google Shape;20;p24"/>
          <p:cNvSpPr txBox="1"/>
          <p:nvPr>
            <p:ph type="title"/>
          </p:nvPr>
        </p:nvSpPr>
        <p:spPr>
          <a:xfrm>
            <a:off x="304800" y="419100"/>
            <a:ext cx="11658600" cy="590931"/>
          </a:xfrm>
          <a:prstGeom prst="rect">
            <a:avLst/>
          </a:prstGeom>
          <a:noFill/>
          <a:ln>
            <a:noFill/>
          </a:ln>
        </p:spPr>
        <p:txBody>
          <a:bodyPr anchorCtr="0" anchor="t" bIns="45700" lIns="91425" spcFirstLastPara="1" rIns="91425" wrap="square" tIns="45700">
            <a:spAutoFit/>
          </a:bodyPr>
          <a:lstStyle>
            <a:lvl1pPr lvl="0" marR="0" rtl="0" algn="l">
              <a:lnSpc>
                <a:spcPct val="90000"/>
              </a:lnSpc>
              <a:spcBef>
                <a:spcPts val="0"/>
              </a:spcBef>
              <a:spcAft>
                <a:spcPts val="0"/>
              </a:spcAft>
              <a:buClr>
                <a:schemeClr val="dk1"/>
              </a:buClr>
              <a:buSzPts val="3600"/>
              <a:buFont typeface="Quattrocento Sans"/>
              <a:buNone/>
              <a:defRPr b="0" i="0" sz="3600" u="none" cap="none" strike="noStrik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 name="Google Shape;21;p24"/>
          <p:cNvSpPr txBox="1"/>
          <p:nvPr>
            <p:ph idx="12" type="sldNum"/>
          </p:nvPr>
        </p:nvSpPr>
        <p:spPr>
          <a:xfrm>
            <a:off x="11668594" y="6484937"/>
            <a:ext cx="523406"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dk2"/>
                </a:solidFill>
                <a:latin typeface="Quattrocento Sans"/>
                <a:ea typeface="Quattrocento Sans"/>
                <a:cs typeface="Quattrocento Sans"/>
                <a:sym typeface="Quattrocento Sans"/>
              </a:defRPr>
            </a:lvl1pPr>
            <a:lvl2pPr indent="0" lvl="1" marL="0" marR="0" rtl="0" algn="r">
              <a:spcBef>
                <a:spcPts val="0"/>
              </a:spcBef>
              <a:buNone/>
              <a:defRPr b="0" i="0" sz="1200" u="none" cap="none" strike="noStrike">
                <a:solidFill>
                  <a:schemeClr val="dk2"/>
                </a:solidFill>
                <a:latin typeface="Quattrocento Sans"/>
                <a:ea typeface="Quattrocento Sans"/>
                <a:cs typeface="Quattrocento Sans"/>
                <a:sym typeface="Quattrocento Sans"/>
              </a:defRPr>
            </a:lvl2pPr>
            <a:lvl3pPr indent="0" lvl="2" marL="0" marR="0" rtl="0" algn="r">
              <a:spcBef>
                <a:spcPts val="0"/>
              </a:spcBef>
              <a:buNone/>
              <a:defRPr b="0" i="0" sz="1200" u="none" cap="none" strike="noStrike">
                <a:solidFill>
                  <a:schemeClr val="dk2"/>
                </a:solidFill>
                <a:latin typeface="Quattrocento Sans"/>
                <a:ea typeface="Quattrocento Sans"/>
                <a:cs typeface="Quattrocento Sans"/>
                <a:sym typeface="Quattrocento Sans"/>
              </a:defRPr>
            </a:lvl3pPr>
            <a:lvl4pPr indent="0" lvl="3" marL="0" marR="0" rtl="0" algn="r">
              <a:spcBef>
                <a:spcPts val="0"/>
              </a:spcBef>
              <a:buNone/>
              <a:defRPr b="0" i="0" sz="1200" u="none" cap="none" strike="noStrike">
                <a:solidFill>
                  <a:schemeClr val="dk2"/>
                </a:solidFill>
                <a:latin typeface="Quattrocento Sans"/>
                <a:ea typeface="Quattrocento Sans"/>
                <a:cs typeface="Quattrocento Sans"/>
                <a:sym typeface="Quattrocento Sans"/>
              </a:defRPr>
            </a:lvl4pPr>
            <a:lvl5pPr indent="0" lvl="4" marL="0" marR="0" rtl="0" algn="r">
              <a:spcBef>
                <a:spcPts val="0"/>
              </a:spcBef>
              <a:buNone/>
              <a:defRPr b="0" i="0" sz="1200" u="none" cap="none" strike="noStrike">
                <a:solidFill>
                  <a:schemeClr val="dk2"/>
                </a:solidFill>
                <a:latin typeface="Quattrocento Sans"/>
                <a:ea typeface="Quattrocento Sans"/>
                <a:cs typeface="Quattrocento Sans"/>
                <a:sym typeface="Quattrocento Sans"/>
              </a:defRPr>
            </a:lvl5pPr>
            <a:lvl6pPr indent="0" lvl="5" marL="0" marR="0" rtl="0" algn="r">
              <a:spcBef>
                <a:spcPts val="0"/>
              </a:spcBef>
              <a:buNone/>
              <a:defRPr b="0" i="0" sz="1200" u="none" cap="none" strike="noStrike">
                <a:solidFill>
                  <a:schemeClr val="dk2"/>
                </a:solidFill>
                <a:latin typeface="Quattrocento Sans"/>
                <a:ea typeface="Quattrocento Sans"/>
                <a:cs typeface="Quattrocento Sans"/>
                <a:sym typeface="Quattrocento Sans"/>
              </a:defRPr>
            </a:lvl6pPr>
            <a:lvl7pPr indent="0" lvl="6" marL="0" marR="0" rtl="0" algn="r">
              <a:spcBef>
                <a:spcPts val="0"/>
              </a:spcBef>
              <a:buNone/>
              <a:defRPr b="0" i="0" sz="1200" u="none" cap="none" strike="noStrike">
                <a:solidFill>
                  <a:schemeClr val="dk2"/>
                </a:solidFill>
                <a:latin typeface="Quattrocento Sans"/>
                <a:ea typeface="Quattrocento Sans"/>
                <a:cs typeface="Quattrocento Sans"/>
                <a:sym typeface="Quattrocento Sans"/>
              </a:defRPr>
            </a:lvl7pPr>
            <a:lvl8pPr indent="0" lvl="7" marL="0" marR="0" rtl="0" algn="r">
              <a:spcBef>
                <a:spcPts val="0"/>
              </a:spcBef>
              <a:buNone/>
              <a:defRPr b="0" i="0" sz="1200" u="none" cap="none" strike="noStrike">
                <a:solidFill>
                  <a:schemeClr val="dk2"/>
                </a:solidFill>
                <a:latin typeface="Quattrocento Sans"/>
                <a:ea typeface="Quattrocento Sans"/>
                <a:cs typeface="Quattrocento Sans"/>
                <a:sym typeface="Quattrocento Sans"/>
              </a:defRPr>
            </a:lvl8pPr>
            <a:lvl9pPr indent="0" lvl="8" marL="0" marR="0" rtl="0" algn="r">
              <a:spcBef>
                <a:spcPts val="0"/>
              </a:spcBef>
              <a:buNone/>
              <a:defRPr b="0" i="0" sz="1200" u="none" cap="none" strike="noStrike">
                <a:solidFill>
                  <a:schemeClr val="dk2"/>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guide id="3" pos="192">
          <p15:clr>
            <a:srgbClr val="F26B43"/>
          </p15:clr>
        </p15:guide>
        <p15:guide id="4" pos="7536">
          <p15:clr>
            <a:srgbClr val="F26B43"/>
          </p15:clr>
        </p15:guide>
        <p15:guide id="5" orient="horz" pos="264">
          <p15:clr>
            <a:srgbClr val="F26B43"/>
          </p15:clr>
        </p15:guide>
        <p15:guide id="6" orient="horz" pos="792">
          <p15:clr>
            <a:srgbClr val="F26B43"/>
          </p15:clr>
        </p15:guide>
        <p15:guide id="7" orient="horz" pos="420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3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2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3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3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image" Target="../media/image2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1"/>
          <p:cNvPicPr preferRelativeResize="0"/>
          <p:nvPr>
            <p:ph idx="2" type="pic"/>
          </p:nvPr>
        </p:nvPicPr>
        <p:blipFill rotWithShape="1">
          <a:blip r:embed="rId3">
            <a:alphaModFix/>
          </a:blip>
          <a:srcRect b="0" l="0" r="0" t="0"/>
          <a:stretch/>
        </p:blipFill>
        <p:spPr>
          <a:xfrm>
            <a:off x="0" y="0"/>
            <a:ext cx="12192000" cy="6858000"/>
          </a:xfrm>
          <a:prstGeom prst="rect">
            <a:avLst/>
          </a:prstGeom>
          <a:noFill/>
          <a:ln>
            <a:noFill/>
          </a:ln>
        </p:spPr>
      </p:pic>
      <p:sp>
        <p:nvSpPr>
          <p:cNvPr id="201" name="Google Shape;201;p1"/>
          <p:cNvSpPr/>
          <p:nvPr/>
        </p:nvSpPr>
        <p:spPr>
          <a:xfrm>
            <a:off x="0" y="0"/>
            <a:ext cx="12192000" cy="6858000"/>
          </a:xfrm>
          <a:prstGeom prst="rect">
            <a:avLst/>
          </a:prstGeom>
          <a:solidFill>
            <a:srgbClr val="000000">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02" name="Google Shape;202;p1"/>
          <p:cNvSpPr/>
          <p:nvPr/>
        </p:nvSpPr>
        <p:spPr>
          <a:xfrm>
            <a:off x="1219939" y="-739444"/>
            <a:ext cx="9107555" cy="9034439"/>
          </a:xfrm>
          <a:prstGeom prst="ellipse">
            <a:avLst/>
          </a:prstGeom>
          <a:no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Quattrocento Sans"/>
              <a:buNone/>
            </a:pPr>
            <a:r>
              <a:t/>
            </a:r>
            <a:endParaRPr b="0" i="0" sz="1800" u="none" cap="none" strike="noStrike">
              <a:solidFill>
                <a:srgbClr val="000000"/>
              </a:solidFill>
              <a:latin typeface="Quattrocento Sans"/>
              <a:ea typeface="Quattrocento Sans"/>
              <a:cs typeface="Quattrocento Sans"/>
              <a:sym typeface="Quattrocento Sans"/>
            </a:endParaRPr>
          </a:p>
        </p:txBody>
      </p:sp>
      <p:sp>
        <p:nvSpPr>
          <p:cNvPr id="203" name="Google Shape;203;p1"/>
          <p:cNvSpPr/>
          <p:nvPr/>
        </p:nvSpPr>
        <p:spPr>
          <a:xfrm>
            <a:off x="1219939" y="-739444"/>
            <a:ext cx="9107555" cy="9034439"/>
          </a:xfrm>
          <a:prstGeom prst="ellipse">
            <a:avLst/>
          </a:prstGeom>
          <a:no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Quattrocento Sans"/>
              <a:buNone/>
            </a:pPr>
            <a:r>
              <a:t/>
            </a:r>
            <a:endParaRPr b="0" i="0" sz="1800" u="none" cap="none" strike="noStrike">
              <a:solidFill>
                <a:srgbClr val="000000"/>
              </a:solidFill>
              <a:latin typeface="Quattrocento Sans"/>
              <a:ea typeface="Quattrocento Sans"/>
              <a:cs typeface="Quattrocento Sans"/>
              <a:sym typeface="Quattrocento Sans"/>
            </a:endParaRPr>
          </a:p>
        </p:txBody>
      </p:sp>
      <p:sp>
        <p:nvSpPr>
          <p:cNvPr id="204" name="Google Shape;204;p1"/>
          <p:cNvSpPr/>
          <p:nvPr/>
        </p:nvSpPr>
        <p:spPr>
          <a:xfrm>
            <a:off x="1219939" y="-739444"/>
            <a:ext cx="9107555" cy="9034439"/>
          </a:xfrm>
          <a:prstGeom prst="ellipse">
            <a:avLst/>
          </a:prstGeom>
          <a:no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Quattrocento Sans"/>
              <a:buNone/>
            </a:pPr>
            <a:r>
              <a:t/>
            </a:r>
            <a:endParaRPr b="0" i="0" sz="1800" u="none" cap="none" strike="noStrike">
              <a:solidFill>
                <a:srgbClr val="000000"/>
              </a:solidFill>
              <a:latin typeface="Quattrocento Sans"/>
              <a:ea typeface="Quattrocento Sans"/>
              <a:cs typeface="Quattrocento Sans"/>
              <a:sym typeface="Quattrocento Sans"/>
            </a:endParaRPr>
          </a:p>
        </p:txBody>
      </p:sp>
      <p:sp>
        <p:nvSpPr>
          <p:cNvPr id="205" name="Google Shape;205;p1"/>
          <p:cNvSpPr/>
          <p:nvPr/>
        </p:nvSpPr>
        <p:spPr>
          <a:xfrm>
            <a:off x="5907634" y="3213970"/>
            <a:ext cx="2805809" cy="2783284"/>
          </a:xfrm>
          <a:prstGeom prst="ellipse">
            <a:avLst/>
          </a:prstGeom>
          <a:no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Quattrocento Sans"/>
              <a:buNone/>
            </a:pPr>
            <a:r>
              <a:t/>
            </a:r>
            <a:endParaRPr b="0" i="0" sz="1800" u="none" cap="none" strike="noStrike">
              <a:solidFill>
                <a:srgbClr val="000000"/>
              </a:solidFill>
              <a:latin typeface="Quattrocento Sans"/>
              <a:ea typeface="Quattrocento Sans"/>
              <a:cs typeface="Quattrocento Sans"/>
              <a:sym typeface="Quattrocento Sans"/>
            </a:endParaRPr>
          </a:p>
        </p:txBody>
      </p:sp>
      <p:sp>
        <p:nvSpPr>
          <p:cNvPr id="206" name="Google Shape;206;p1"/>
          <p:cNvSpPr/>
          <p:nvPr/>
        </p:nvSpPr>
        <p:spPr>
          <a:xfrm>
            <a:off x="5907634" y="3213970"/>
            <a:ext cx="2805809" cy="2783284"/>
          </a:xfrm>
          <a:prstGeom prst="ellipse">
            <a:avLst/>
          </a:prstGeom>
          <a:no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Quattrocento Sans"/>
              <a:buNone/>
            </a:pPr>
            <a:r>
              <a:t/>
            </a:r>
            <a:endParaRPr b="0" i="0" sz="1800" u="none" cap="none" strike="noStrike">
              <a:solidFill>
                <a:srgbClr val="000000"/>
              </a:solidFill>
              <a:latin typeface="Quattrocento Sans"/>
              <a:ea typeface="Quattrocento Sans"/>
              <a:cs typeface="Quattrocento Sans"/>
              <a:sym typeface="Quattrocento Sans"/>
            </a:endParaRPr>
          </a:p>
        </p:txBody>
      </p:sp>
      <p:sp>
        <p:nvSpPr>
          <p:cNvPr id="207" name="Google Shape;207;p1"/>
          <p:cNvSpPr/>
          <p:nvPr/>
        </p:nvSpPr>
        <p:spPr>
          <a:xfrm>
            <a:off x="5907634" y="3213970"/>
            <a:ext cx="2805809" cy="2783284"/>
          </a:xfrm>
          <a:prstGeom prst="ellipse">
            <a:avLst/>
          </a:prstGeom>
          <a:noFill/>
          <a:ln cap="flat" cmpd="thinThick"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Quattrocento Sans"/>
              <a:buNone/>
            </a:pPr>
            <a:r>
              <a:t/>
            </a:r>
            <a:endParaRPr b="0" i="0" sz="1800" u="none" cap="none" strike="noStrike">
              <a:solidFill>
                <a:srgbClr val="000000"/>
              </a:solidFill>
              <a:latin typeface="Quattrocento Sans"/>
              <a:ea typeface="Quattrocento Sans"/>
              <a:cs typeface="Quattrocento Sans"/>
              <a:sym typeface="Quattrocento Sans"/>
            </a:endParaRPr>
          </a:p>
        </p:txBody>
      </p:sp>
      <p:sp>
        <p:nvSpPr>
          <p:cNvPr id="208" name="Google Shape;208;p1"/>
          <p:cNvSpPr/>
          <p:nvPr/>
        </p:nvSpPr>
        <p:spPr>
          <a:xfrm flipH="1">
            <a:off x="7911255" y="4253573"/>
            <a:ext cx="2995659" cy="70407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0" i="0" lang="en-US" sz="2800" u="none" cap="none" strike="noStrike">
                <a:solidFill>
                  <a:srgbClr val="F7FCFF"/>
                </a:solidFill>
                <a:latin typeface="Quattrocento Sans"/>
                <a:ea typeface="Quattrocento Sans"/>
                <a:cs typeface="Quattrocento Sans"/>
                <a:sym typeface="Quattrocento Sans"/>
              </a:rPr>
              <a:t>tips &amp; tricks</a:t>
            </a:r>
            <a:endParaRPr/>
          </a:p>
        </p:txBody>
      </p:sp>
      <p:sp>
        <p:nvSpPr>
          <p:cNvPr id="209" name="Google Shape;209;p1"/>
          <p:cNvSpPr txBox="1"/>
          <p:nvPr/>
        </p:nvSpPr>
        <p:spPr>
          <a:xfrm>
            <a:off x="1679957" y="3280601"/>
            <a:ext cx="5909265" cy="874205"/>
          </a:xfrm>
          <a:prstGeom prst="rect">
            <a:avLst/>
          </a:prstGeom>
          <a:noFill/>
          <a:ln>
            <a:noFill/>
          </a:ln>
        </p:spPr>
        <p:txBody>
          <a:bodyPr anchorCtr="0" anchor="ctr" bIns="0" lIns="91425" spcFirstLastPara="1" rIns="91425" wrap="square" tIns="0">
            <a:noAutofit/>
          </a:bodyPr>
          <a:lstStyle/>
          <a:p>
            <a:pPr indent="0" lvl="0" marL="0" marR="0" rtl="0" algn="ctr">
              <a:lnSpc>
                <a:spcPct val="90000"/>
              </a:lnSpc>
              <a:spcBef>
                <a:spcPts val="0"/>
              </a:spcBef>
              <a:spcAft>
                <a:spcPts val="0"/>
              </a:spcAft>
              <a:buClr>
                <a:srgbClr val="FEFEFE"/>
              </a:buClr>
              <a:buSzPts val="8800"/>
              <a:buFont typeface="Quattrocento Sans"/>
              <a:buNone/>
            </a:pPr>
            <a:r>
              <a:t/>
            </a:r>
            <a:endParaRPr b="1" i="0" sz="8800" u="none" cap="none" strike="noStrike">
              <a:solidFill>
                <a:srgbClr val="F7FCFF"/>
              </a:solidFill>
              <a:latin typeface="Quattrocento Sans"/>
              <a:ea typeface="Quattrocento Sans"/>
              <a:cs typeface="Quattrocento Sans"/>
              <a:sym typeface="Quattrocento Sans"/>
            </a:endParaRPr>
          </a:p>
        </p:txBody>
      </p:sp>
      <p:sp>
        <p:nvSpPr>
          <p:cNvPr id="210" name="Google Shape;210;p1"/>
          <p:cNvSpPr txBox="1"/>
          <p:nvPr>
            <p:ph idx="4294967295" type="ctrTitle"/>
          </p:nvPr>
        </p:nvSpPr>
        <p:spPr>
          <a:xfrm>
            <a:off x="687847" y="2461199"/>
            <a:ext cx="8804365" cy="131112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7FCFF"/>
              </a:buClr>
              <a:buSzPts val="8800"/>
              <a:buFont typeface="Quattrocento Sans"/>
              <a:buNone/>
            </a:pPr>
            <a:r>
              <a:rPr b="1" i="0" lang="en-US" sz="8800" u="none" cap="none" strike="noStrike">
                <a:solidFill>
                  <a:srgbClr val="F7FCFF"/>
                </a:solidFill>
                <a:latin typeface="Quattrocento Sans"/>
                <a:ea typeface="Quattrocento Sans"/>
                <a:cs typeface="Quattrocento Sans"/>
                <a:sym typeface="Quattrocento Sans"/>
              </a:rPr>
              <a:t>POWERFUL</a:t>
            </a:r>
            <a:endParaRPr/>
          </a:p>
        </p:txBody>
      </p:sp>
      <p:sp>
        <p:nvSpPr>
          <p:cNvPr id="211" name="Google Shape;211;p1"/>
          <p:cNvSpPr txBox="1"/>
          <p:nvPr>
            <p:ph idx="1" type="body"/>
          </p:nvPr>
        </p:nvSpPr>
        <p:spPr>
          <a:xfrm>
            <a:off x="1396266" y="3162946"/>
            <a:ext cx="9461500" cy="1311128"/>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Clr>
                <a:srgbClr val="F7FCFF"/>
              </a:buClr>
              <a:buSzPts val="4800"/>
              <a:buNone/>
            </a:pPr>
            <a:r>
              <a:rPr lang="en-US"/>
              <a:t>PRESENTATIONS</a:t>
            </a:r>
            <a:r>
              <a:rPr lang="en-US" sz="8800"/>
              <a:t>!</a:t>
            </a:r>
            <a:r>
              <a:rPr lang="en-US"/>
              <a:t> </a:t>
            </a:r>
            <a:endParaRPr/>
          </a:p>
        </p:txBody>
      </p:sp>
      <p:sp>
        <p:nvSpPr>
          <p:cNvPr id="212" name="Google Shape;212;p1"/>
          <p:cNvSpPr/>
          <p:nvPr/>
        </p:nvSpPr>
        <p:spPr>
          <a:xfrm>
            <a:off x="7066536" y="4361548"/>
            <a:ext cx="488128" cy="488128"/>
          </a:xfrm>
          <a:custGeom>
            <a:rect b="b" l="l" r="r" t="t"/>
            <a:pathLst>
              <a:path extrusionOk="0" h="488128" w="488128">
                <a:moveTo>
                  <a:pt x="244064" y="0"/>
                </a:moveTo>
                <a:cubicBezTo>
                  <a:pt x="378857" y="0"/>
                  <a:pt x="488128" y="109271"/>
                  <a:pt x="488128" y="244064"/>
                </a:cubicBezTo>
                <a:cubicBezTo>
                  <a:pt x="488128" y="378857"/>
                  <a:pt x="378857" y="488128"/>
                  <a:pt x="244064" y="488128"/>
                </a:cubicBezTo>
                <a:cubicBezTo>
                  <a:pt x="109271" y="488128"/>
                  <a:pt x="0" y="378857"/>
                  <a:pt x="0" y="244064"/>
                </a:cubicBezTo>
                <a:cubicBezTo>
                  <a:pt x="0" y="109271"/>
                  <a:pt x="109271" y="0"/>
                  <a:pt x="24406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Quattrocento Sans"/>
              <a:buNone/>
            </a:pPr>
            <a:r>
              <a:t/>
            </a:r>
            <a:endParaRPr b="0" i="0" sz="1800" u="none" cap="none" strike="noStrike">
              <a:solidFill>
                <a:srgbClr val="000000"/>
              </a:solidFill>
              <a:latin typeface="Quattrocento Sans"/>
              <a:ea typeface="Quattrocento Sans"/>
              <a:cs typeface="Quattrocento Sans"/>
              <a:sym typeface="Quattrocento Sans"/>
            </a:endParaRPr>
          </a:p>
        </p:txBody>
      </p:sp>
      <p:sp>
        <p:nvSpPr>
          <p:cNvPr id="213" name="Google Shape;213;p1"/>
          <p:cNvSpPr txBox="1"/>
          <p:nvPr>
            <p:ph idx="12" type="sldNum"/>
          </p:nvPr>
        </p:nvSpPr>
        <p:spPr>
          <a:xfrm>
            <a:off x="11747687" y="6465381"/>
            <a:ext cx="4314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02"/>
                                        </p:tgtEl>
                                        <p:attrNameLst>
                                          <p:attrName>style.visibility</p:attrName>
                                        </p:attrNameLst>
                                      </p:cBhvr>
                                      <p:to>
                                        <p:strVal val="visible"/>
                                      </p:to>
                                    </p:set>
                                    <p:anim calcmode="lin" valueType="num">
                                      <p:cBhvr additive="base">
                                        <p:cTn dur="500"/>
                                        <p:tgtEl>
                                          <p:spTgt spid="202"/>
                                        </p:tgtEl>
                                        <p:attrNameLst>
                                          <p:attrName>ppt_w</p:attrName>
                                        </p:attrNameLst>
                                      </p:cBhvr>
                                      <p:tavLst>
                                        <p:tav fmla="" tm="0">
                                          <p:val>
                                            <p:strVal val="0"/>
                                          </p:val>
                                        </p:tav>
                                        <p:tav fmla="" tm="100000">
                                          <p:val>
                                            <p:strVal val="#ppt_w"/>
                                          </p:val>
                                        </p:tav>
                                      </p:tavLst>
                                    </p:anim>
                                    <p:anim calcmode="lin" valueType="num">
                                      <p:cBhvr additive="base">
                                        <p:cTn dur="500"/>
                                        <p:tgtEl>
                                          <p:spTgt spid="202"/>
                                        </p:tgtEl>
                                        <p:attrNameLst>
                                          <p:attrName>ppt_h</p:attrName>
                                        </p:attrNameLst>
                                      </p:cBhvr>
                                      <p:tavLst>
                                        <p:tav fmla="" tm="0">
                                          <p:val>
                                            <p:strVal val="0"/>
                                          </p:val>
                                        </p:tav>
                                        <p:tav fmla="" tm="100000">
                                          <p:val>
                                            <p:strVal val="#ppt_h"/>
                                          </p:val>
                                        </p:tav>
                                      </p:tavLst>
                                    </p:anim>
                                  </p:childTnLst>
                                </p:cTn>
                              </p:par>
                              <p:par>
                                <p:cTn fill="hold" nodeType="withEffect" presetClass="exit" presetID="10" presetSubtype="0">
                                  <p:stCondLst>
                                    <p:cond delay="250"/>
                                  </p:stCondLst>
                                  <p:childTnLst>
                                    <p:animEffect filter="fade" transition="out">
                                      <p:cBhvr>
                                        <p:cTn dur="500"/>
                                        <p:tgtEl>
                                          <p:spTgt spid="202"/>
                                        </p:tgtEl>
                                      </p:cBhvr>
                                    </p:animEffect>
                                    <p:set>
                                      <p:cBhvr>
                                        <p:cTn dur="1" fill="hold">
                                          <p:stCondLst>
                                            <p:cond delay="500"/>
                                          </p:stCondLst>
                                        </p:cTn>
                                        <p:tgtEl>
                                          <p:spTgt spid="202"/>
                                        </p:tgtEl>
                                        <p:attrNameLst>
                                          <p:attrName>style.visibility</p:attrName>
                                        </p:attrNameLst>
                                      </p:cBhvr>
                                      <p:to>
                                        <p:strVal val="hidden"/>
                                      </p:to>
                                    </p:set>
                                  </p:childTnLst>
                                </p:cTn>
                              </p:par>
                              <p:par>
                                <p:cTn fill="hold" nodeType="withEffect" presetClass="entr" presetID="23" presetSubtype="16">
                                  <p:stCondLst>
                                    <p:cond delay="250"/>
                                  </p:stCondLst>
                                  <p:childTnLst>
                                    <p:set>
                                      <p:cBhvr>
                                        <p:cTn dur="1" fill="hold">
                                          <p:stCondLst>
                                            <p:cond delay="0"/>
                                          </p:stCondLst>
                                        </p:cTn>
                                        <p:tgtEl>
                                          <p:spTgt spid="203"/>
                                        </p:tgtEl>
                                        <p:attrNameLst>
                                          <p:attrName>style.visibility</p:attrName>
                                        </p:attrNameLst>
                                      </p:cBhvr>
                                      <p:to>
                                        <p:strVal val="visible"/>
                                      </p:to>
                                    </p:set>
                                    <p:anim calcmode="lin" valueType="num">
                                      <p:cBhvr additive="base">
                                        <p:cTn dur="500"/>
                                        <p:tgtEl>
                                          <p:spTgt spid="203"/>
                                        </p:tgtEl>
                                        <p:attrNameLst>
                                          <p:attrName>ppt_w</p:attrName>
                                        </p:attrNameLst>
                                      </p:cBhvr>
                                      <p:tavLst>
                                        <p:tav fmla="" tm="0">
                                          <p:val>
                                            <p:strVal val="0"/>
                                          </p:val>
                                        </p:tav>
                                        <p:tav fmla="" tm="100000">
                                          <p:val>
                                            <p:strVal val="#ppt_w"/>
                                          </p:val>
                                        </p:tav>
                                      </p:tavLst>
                                    </p:anim>
                                    <p:anim calcmode="lin" valueType="num">
                                      <p:cBhvr additive="base">
                                        <p:cTn dur="500"/>
                                        <p:tgtEl>
                                          <p:spTgt spid="203"/>
                                        </p:tgtEl>
                                        <p:attrNameLst>
                                          <p:attrName>ppt_h</p:attrName>
                                        </p:attrNameLst>
                                      </p:cBhvr>
                                      <p:tavLst>
                                        <p:tav fmla="" tm="0">
                                          <p:val>
                                            <p:strVal val="0"/>
                                          </p:val>
                                        </p:tav>
                                        <p:tav fmla="" tm="100000">
                                          <p:val>
                                            <p:strVal val="#ppt_h"/>
                                          </p:val>
                                        </p:tav>
                                      </p:tavLst>
                                    </p:anim>
                                  </p:childTnLst>
                                </p:cTn>
                              </p:par>
                              <p:par>
                                <p:cTn fill="hold" nodeType="withEffect" presetClass="exit" presetID="10" presetSubtype="0">
                                  <p:stCondLst>
                                    <p:cond delay="500"/>
                                  </p:stCondLst>
                                  <p:childTnLst>
                                    <p:animEffect filter="fade" transition="out">
                                      <p:cBhvr>
                                        <p:cTn dur="500"/>
                                        <p:tgtEl>
                                          <p:spTgt spid="203"/>
                                        </p:tgtEl>
                                      </p:cBhvr>
                                    </p:animEffect>
                                    <p:set>
                                      <p:cBhvr>
                                        <p:cTn dur="1" fill="hold">
                                          <p:stCondLst>
                                            <p:cond delay="500"/>
                                          </p:stCondLst>
                                        </p:cTn>
                                        <p:tgtEl>
                                          <p:spTgt spid="203"/>
                                        </p:tgtEl>
                                        <p:attrNameLst>
                                          <p:attrName>style.visibility</p:attrName>
                                        </p:attrNameLst>
                                      </p:cBhvr>
                                      <p:to>
                                        <p:strVal val="hidden"/>
                                      </p:to>
                                    </p:set>
                                  </p:childTnLst>
                                </p:cTn>
                              </p:par>
                              <p:par>
                                <p:cTn fill="hold" nodeType="withEffect" presetClass="entr" presetID="23" presetSubtype="16">
                                  <p:stCondLst>
                                    <p:cond delay="500"/>
                                  </p:stCondLst>
                                  <p:childTnLst>
                                    <p:set>
                                      <p:cBhvr>
                                        <p:cTn dur="1" fill="hold">
                                          <p:stCondLst>
                                            <p:cond delay="0"/>
                                          </p:stCondLst>
                                        </p:cTn>
                                        <p:tgtEl>
                                          <p:spTgt spid="204"/>
                                        </p:tgtEl>
                                        <p:attrNameLst>
                                          <p:attrName>style.visibility</p:attrName>
                                        </p:attrNameLst>
                                      </p:cBhvr>
                                      <p:to>
                                        <p:strVal val="visible"/>
                                      </p:to>
                                    </p:set>
                                    <p:anim calcmode="lin" valueType="num">
                                      <p:cBhvr additive="base">
                                        <p:cTn dur="500"/>
                                        <p:tgtEl>
                                          <p:spTgt spid="204"/>
                                        </p:tgtEl>
                                        <p:attrNameLst>
                                          <p:attrName>ppt_w</p:attrName>
                                        </p:attrNameLst>
                                      </p:cBhvr>
                                      <p:tavLst>
                                        <p:tav fmla="" tm="0">
                                          <p:val>
                                            <p:strVal val="0"/>
                                          </p:val>
                                        </p:tav>
                                        <p:tav fmla="" tm="100000">
                                          <p:val>
                                            <p:strVal val="#ppt_w"/>
                                          </p:val>
                                        </p:tav>
                                      </p:tavLst>
                                    </p:anim>
                                    <p:anim calcmode="lin" valueType="num">
                                      <p:cBhvr additive="base">
                                        <p:cTn dur="500"/>
                                        <p:tgtEl>
                                          <p:spTgt spid="204"/>
                                        </p:tgtEl>
                                        <p:attrNameLst>
                                          <p:attrName>ppt_h</p:attrName>
                                        </p:attrNameLst>
                                      </p:cBhvr>
                                      <p:tavLst>
                                        <p:tav fmla="" tm="0">
                                          <p:val>
                                            <p:strVal val="0"/>
                                          </p:val>
                                        </p:tav>
                                        <p:tav fmla="" tm="100000">
                                          <p:val>
                                            <p:strVal val="#ppt_h"/>
                                          </p:val>
                                        </p:tav>
                                      </p:tavLst>
                                    </p:anim>
                                  </p:childTnLst>
                                </p:cTn>
                              </p:par>
                              <p:par>
                                <p:cTn fill="hold" nodeType="withEffect" presetClass="exit" presetID="10" presetSubtype="0">
                                  <p:stCondLst>
                                    <p:cond delay="750"/>
                                  </p:stCondLst>
                                  <p:childTnLst>
                                    <p:animEffect filter="fade" transition="out">
                                      <p:cBhvr>
                                        <p:cTn dur="500"/>
                                        <p:tgtEl>
                                          <p:spTgt spid="204"/>
                                        </p:tgtEl>
                                      </p:cBhvr>
                                    </p:animEffect>
                                    <p:set>
                                      <p:cBhvr>
                                        <p:cTn dur="1" fill="hold">
                                          <p:stCondLst>
                                            <p:cond delay="500"/>
                                          </p:stCondLst>
                                        </p:cTn>
                                        <p:tgtEl>
                                          <p:spTgt spid="204"/>
                                        </p:tgtEl>
                                        <p:attrNameLst>
                                          <p:attrName>style.visibility</p:attrName>
                                        </p:attrNameLst>
                                      </p:cBhvr>
                                      <p:to>
                                        <p:strVal val="hidden"/>
                                      </p:to>
                                    </p:set>
                                  </p:childTnLst>
                                </p:cTn>
                              </p:par>
                              <p:par>
                                <p:cTn fill="hold" nodeType="withEffect" presetClass="entr" presetID="23" presetSubtype="16">
                                  <p:stCondLst>
                                    <p:cond delay="0"/>
                                  </p:stCondLst>
                                  <p:childTnLst>
                                    <p:set>
                                      <p:cBhvr>
                                        <p:cTn dur="1" fill="hold">
                                          <p:stCondLst>
                                            <p:cond delay="0"/>
                                          </p:stCondLst>
                                        </p:cTn>
                                        <p:tgtEl>
                                          <p:spTgt spid="205"/>
                                        </p:tgtEl>
                                        <p:attrNameLst>
                                          <p:attrName>style.visibility</p:attrName>
                                        </p:attrNameLst>
                                      </p:cBhvr>
                                      <p:to>
                                        <p:strVal val="visible"/>
                                      </p:to>
                                    </p:set>
                                    <p:anim calcmode="lin" valueType="num">
                                      <p:cBhvr additive="base">
                                        <p:cTn dur="500"/>
                                        <p:tgtEl>
                                          <p:spTgt spid="205"/>
                                        </p:tgtEl>
                                        <p:attrNameLst>
                                          <p:attrName>ppt_w</p:attrName>
                                        </p:attrNameLst>
                                      </p:cBhvr>
                                      <p:tavLst>
                                        <p:tav fmla="" tm="0">
                                          <p:val>
                                            <p:strVal val="0"/>
                                          </p:val>
                                        </p:tav>
                                        <p:tav fmla="" tm="100000">
                                          <p:val>
                                            <p:strVal val="#ppt_w"/>
                                          </p:val>
                                        </p:tav>
                                      </p:tavLst>
                                    </p:anim>
                                    <p:anim calcmode="lin" valueType="num">
                                      <p:cBhvr additive="base">
                                        <p:cTn dur="500"/>
                                        <p:tgtEl>
                                          <p:spTgt spid="205"/>
                                        </p:tgtEl>
                                        <p:attrNameLst>
                                          <p:attrName>ppt_h</p:attrName>
                                        </p:attrNameLst>
                                      </p:cBhvr>
                                      <p:tavLst>
                                        <p:tav fmla="" tm="0">
                                          <p:val>
                                            <p:strVal val="0"/>
                                          </p:val>
                                        </p:tav>
                                        <p:tav fmla="" tm="100000">
                                          <p:val>
                                            <p:strVal val="#ppt_h"/>
                                          </p:val>
                                        </p:tav>
                                      </p:tavLst>
                                    </p:anim>
                                  </p:childTnLst>
                                </p:cTn>
                              </p:par>
                              <p:par>
                                <p:cTn fill="hold" nodeType="withEffect" presetClass="exit" presetID="10" presetSubtype="0">
                                  <p:stCondLst>
                                    <p:cond delay="250"/>
                                  </p:stCondLst>
                                  <p:childTnLst>
                                    <p:animEffect filter="fade" transition="out">
                                      <p:cBhvr>
                                        <p:cTn dur="500"/>
                                        <p:tgtEl>
                                          <p:spTgt spid="205"/>
                                        </p:tgtEl>
                                      </p:cBhvr>
                                    </p:animEffect>
                                    <p:set>
                                      <p:cBhvr>
                                        <p:cTn dur="1" fill="hold">
                                          <p:stCondLst>
                                            <p:cond delay="500"/>
                                          </p:stCondLst>
                                        </p:cTn>
                                        <p:tgtEl>
                                          <p:spTgt spid="205"/>
                                        </p:tgtEl>
                                        <p:attrNameLst>
                                          <p:attrName>style.visibility</p:attrName>
                                        </p:attrNameLst>
                                      </p:cBhvr>
                                      <p:to>
                                        <p:strVal val="hidden"/>
                                      </p:to>
                                    </p:set>
                                  </p:childTnLst>
                                </p:cTn>
                              </p:par>
                              <p:par>
                                <p:cTn fill="hold" nodeType="withEffect" presetClass="entr" presetID="23" presetSubtype="16">
                                  <p:stCondLst>
                                    <p:cond delay="250"/>
                                  </p:stCondLst>
                                  <p:childTnLst>
                                    <p:set>
                                      <p:cBhvr>
                                        <p:cTn dur="1" fill="hold">
                                          <p:stCondLst>
                                            <p:cond delay="0"/>
                                          </p:stCondLst>
                                        </p:cTn>
                                        <p:tgtEl>
                                          <p:spTgt spid="206"/>
                                        </p:tgtEl>
                                        <p:attrNameLst>
                                          <p:attrName>style.visibility</p:attrName>
                                        </p:attrNameLst>
                                      </p:cBhvr>
                                      <p:to>
                                        <p:strVal val="visible"/>
                                      </p:to>
                                    </p:set>
                                    <p:anim calcmode="lin" valueType="num">
                                      <p:cBhvr additive="base">
                                        <p:cTn dur="500"/>
                                        <p:tgtEl>
                                          <p:spTgt spid="206"/>
                                        </p:tgtEl>
                                        <p:attrNameLst>
                                          <p:attrName>ppt_w</p:attrName>
                                        </p:attrNameLst>
                                      </p:cBhvr>
                                      <p:tavLst>
                                        <p:tav fmla="" tm="0">
                                          <p:val>
                                            <p:strVal val="0"/>
                                          </p:val>
                                        </p:tav>
                                        <p:tav fmla="" tm="100000">
                                          <p:val>
                                            <p:strVal val="#ppt_w"/>
                                          </p:val>
                                        </p:tav>
                                      </p:tavLst>
                                    </p:anim>
                                    <p:anim calcmode="lin" valueType="num">
                                      <p:cBhvr additive="base">
                                        <p:cTn dur="500"/>
                                        <p:tgtEl>
                                          <p:spTgt spid="206"/>
                                        </p:tgtEl>
                                        <p:attrNameLst>
                                          <p:attrName>ppt_h</p:attrName>
                                        </p:attrNameLst>
                                      </p:cBhvr>
                                      <p:tavLst>
                                        <p:tav fmla="" tm="0">
                                          <p:val>
                                            <p:strVal val="0"/>
                                          </p:val>
                                        </p:tav>
                                        <p:tav fmla="" tm="100000">
                                          <p:val>
                                            <p:strVal val="#ppt_h"/>
                                          </p:val>
                                        </p:tav>
                                      </p:tavLst>
                                    </p:anim>
                                  </p:childTnLst>
                                </p:cTn>
                              </p:par>
                              <p:par>
                                <p:cTn fill="hold" nodeType="withEffect" presetClass="exit" presetID="10" presetSubtype="0">
                                  <p:stCondLst>
                                    <p:cond delay="500"/>
                                  </p:stCondLst>
                                  <p:childTnLst>
                                    <p:animEffect filter="fade" transition="out">
                                      <p:cBhvr>
                                        <p:cTn dur="500"/>
                                        <p:tgtEl>
                                          <p:spTgt spid="206"/>
                                        </p:tgtEl>
                                      </p:cBhvr>
                                    </p:animEffect>
                                    <p:set>
                                      <p:cBhvr>
                                        <p:cTn dur="1" fill="hold">
                                          <p:stCondLst>
                                            <p:cond delay="500"/>
                                          </p:stCondLst>
                                        </p:cTn>
                                        <p:tgtEl>
                                          <p:spTgt spid="206"/>
                                        </p:tgtEl>
                                        <p:attrNameLst>
                                          <p:attrName>style.visibility</p:attrName>
                                        </p:attrNameLst>
                                      </p:cBhvr>
                                      <p:to>
                                        <p:strVal val="hidden"/>
                                      </p:to>
                                    </p:set>
                                  </p:childTnLst>
                                </p:cTn>
                              </p:par>
                              <p:par>
                                <p:cTn fill="hold" nodeType="withEffect" presetClass="entr" presetID="23" presetSubtype="16">
                                  <p:stCondLst>
                                    <p:cond delay="500"/>
                                  </p:stCondLst>
                                  <p:childTnLst>
                                    <p:set>
                                      <p:cBhvr>
                                        <p:cTn dur="1" fill="hold">
                                          <p:stCondLst>
                                            <p:cond delay="0"/>
                                          </p:stCondLst>
                                        </p:cTn>
                                        <p:tgtEl>
                                          <p:spTgt spid="207"/>
                                        </p:tgtEl>
                                        <p:attrNameLst>
                                          <p:attrName>style.visibility</p:attrName>
                                        </p:attrNameLst>
                                      </p:cBhvr>
                                      <p:to>
                                        <p:strVal val="visible"/>
                                      </p:to>
                                    </p:set>
                                    <p:anim calcmode="lin" valueType="num">
                                      <p:cBhvr additive="base">
                                        <p:cTn dur="500"/>
                                        <p:tgtEl>
                                          <p:spTgt spid="207"/>
                                        </p:tgtEl>
                                        <p:attrNameLst>
                                          <p:attrName>ppt_w</p:attrName>
                                        </p:attrNameLst>
                                      </p:cBhvr>
                                      <p:tavLst>
                                        <p:tav fmla="" tm="0">
                                          <p:val>
                                            <p:strVal val="0"/>
                                          </p:val>
                                        </p:tav>
                                        <p:tav fmla="" tm="100000">
                                          <p:val>
                                            <p:strVal val="#ppt_w"/>
                                          </p:val>
                                        </p:tav>
                                      </p:tavLst>
                                    </p:anim>
                                    <p:anim calcmode="lin" valueType="num">
                                      <p:cBhvr additive="base">
                                        <p:cTn dur="500"/>
                                        <p:tgtEl>
                                          <p:spTgt spid="207"/>
                                        </p:tgtEl>
                                        <p:attrNameLst>
                                          <p:attrName>ppt_h</p:attrName>
                                        </p:attrNameLst>
                                      </p:cBhvr>
                                      <p:tavLst>
                                        <p:tav fmla="" tm="0">
                                          <p:val>
                                            <p:strVal val="0"/>
                                          </p:val>
                                        </p:tav>
                                        <p:tav fmla="" tm="100000">
                                          <p:val>
                                            <p:strVal val="#ppt_h"/>
                                          </p:val>
                                        </p:tav>
                                      </p:tavLst>
                                    </p:anim>
                                  </p:childTnLst>
                                </p:cTn>
                              </p:par>
                              <p:par>
                                <p:cTn fill="hold" nodeType="withEffect" presetClass="exit" presetID="10" presetSubtype="0">
                                  <p:stCondLst>
                                    <p:cond delay="750"/>
                                  </p:stCondLst>
                                  <p:childTnLst>
                                    <p:animEffect filter="fade" transition="out">
                                      <p:cBhvr>
                                        <p:cTn dur="500"/>
                                        <p:tgtEl>
                                          <p:spTgt spid="207"/>
                                        </p:tgtEl>
                                      </p:cBhvr>
                                    </p:animEffect>
                                    <p:set>
                                      <p:cBhvr>
                                        <p:cTn dur="1" fill="hold">
                                          <p:stCondLst>
                                            <p:cond delay="500"/>
                                          </p:stCondLst>
                                        </p:cTn>
                                        <p:tgtEl>
                                          <p:spTgt spid="207"/>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2" presetSubtype="1">
                                  <p:stCondLst>
                                    <p:cond delay="0"/>
                                  </p:stCondLst>
                                  <p:childTnLst>
                                    <p:set>
                                      <p:cBhvr>
                                        <p:cTn dur="1" fill="hold">
                                          <p:stCondLst>
                                            <p:cond delay="0"/>
                                          </p:stCondLst>
                                        </p:cTn>
                                        <p:tgtEl>
                                          <p:spTgt spid="208"/>
                                        </p:tgtEl>
                                        <p:attrNameLst>
                                          <p:attrName>style.visibility</p:attrName>
                                        </p:attrNameLst>
                                      </p:cBhvr>
                                      <p:to>
                                        <p:strVal val="visible"/>
                                      </p:to>
                                    </p:set>
                                    <p:anim calcmode="lin" valueType="num">
                                      <p:cBhvr additive="base">
                                        <p:cTn dur="650"/>
                                        <p:tgtEl>
                                          <p:spTgt spid="20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
          <p:cNvSpPr txBox="1"/>
          <p:nvPr>
            <p:ph idx="1" type="body"/>
          </p:nvPr>
        </p:nvSpPr>
        <p:spPr>
          <a:xfrm>
            <a:off x="88900" y="1743251"/>
            <a:ext cx="11887200" cy="535531"/>
          </a:xfrm>
          <a:prstGeom prst="rect">
            <a:avLst/>
          </a:prstGeom>
          <a:noFill/>
          <a:ln>
            <a:noFill/>
          </a:ln>
        </p:spPr>
        <p:txBody>
          <a:bodyPr anchorCtr="0" anchor="ctr" bIns="45700" lIns="91425" spcFirstLastPara="1" rIns="91425" wrap="square" tIns="45700">
            <a:spAutoFit/>
          </a:bodyPr>
          <a:lstStyle/>
          <a:p>
            <a:pPr indent="-231775" lvl="0" marL="231775" rtl="0" algn="l">
              <a:lnSpc>
                <a:spcPct val="90000"/>
              </a:lnSpc>
              <a:spcBef>
                <a:spcPts val="0"/>
              </a:spcBef>
              <a:spcAft>
                <a:spcPts val="0"/>
              </a:spcAft>
              <a:buClr>
                <a:srgbClr val="F7FCFF"/>
              </a:buClr>
              <a:buSzPts val="3200"/>
              <a:buNone/>
            </a:pPr>
            <a:r>
              <a:rPr b="1" lang="en-US" sz="3200"/>
              <a:t>OUTLINES</a:t>
            </a:r>
            <a:endParaRPr sz="3200"/>
          </a:p>
        </p:txBody>
      </p:sp>
      <p:sp>
        <p:nvSpPr>
          <p:cNvPr id="220" name="Google Shape;220;p2"/>
          <p:cNvSpPr txBox="1"/>
          <p:nvPr>
            <p:ph idx="2" type="body"/>
          </p:nvPr>
        </p:nvSpPr>
        <p:spPr>
          <a:xfrm>
            <a:off x="711543" y="2732950"/>
            <a:ext cx="8684247" cy="2320635"/>
          </a:xfrm>
          <a:prstGeom prst="rect">
            <a:avLst/>
          </a:prstGeom>
          <a:noFill/>
          <a:ln>
            <a:noFill/>
          </a:ln>
        </p:spPr>
        <p:txBody>
          <a:bodyPr anchorCtr="0" anchor="t" bIns="45700" lIns="91425" spcFirstLastPara="1" rIns="91425" wrap="square" tIns="45700">
            <a:spAutoFit/>
          </a:bodyPr>
          <a:lstStyle/>
          <a:p>
            <a:pPr indent="-457200" lvl="0" marL="457200" rtl="0" algn="l">
              <a:lnSpc>
                <a:spcPct val="90000"/>
              </a:lnSpc>
              <a:spcBef>
                <a:spcPts val="0"/>
              </a:spcBef>
              <a:spcAft>
                <a:spcPts val="0"/>
              </a:spcAft>
              <a:buClr>
                <a:srgbClr val="FFFFFF"/>
              </a:buClr>
              <a:buSzPts val="3200"/>
              <a:buFont typeface="Arial"/>
              <a:buChar char="•"/>
            </a:pPr>
            <a:r>
              <a:rPr lang="en-US" sz="3200">
                <a:solidFill>
                  <a:srgbClr val="FFFFFF"/>
                </a:solidFill>
                <a:latin typeface="Aharoni"/>
                <a:ea typeface="Aharoni"/>
                <a:cs typeface="Aharoni"/>
                <a:sym typeface="Aharoni"/>
              </a:rPr>
              <a:t>Cover Letter</a:t>
            </a:r>
            <a:endParaRPr/>
          </a:p>
          <a:p>
            <a:pPr indent="-457200" lvl="0" marL="457200" rtl="0" algn="l">
              <a:lnSpc>
                <a:spcPct val="90000"/>
              </a:lnSpc>
              <a:spcBef>
                <a:spcPts val="0"/>
              </a:spcBef>
              <a:spcAft>
                <a:spcPts val="0"/>
              </a:spcAft>
              <a:buClr>
                <a:srgbClr val="FFFFFF"/>
              </a:buClr>
              <a:buSzPts val="3200"/>
              <a:buFont typeface="Arial"/>
              <a:buChar char="•"/>
            </a:pPr>
            <a:r>
              <a:rPr lang="en-US" sz="3200">
                <a:solidFill>
                  <a:srgbClr val="FFFFFF"/>
                </a:solidFill>
                <a:latin typeface="Aharoni"/>
                <a:ea typeface="Aharoni"/>
                <a:cs typeface="Aharoni"/>
                <a:sym typeface="Aharoni"/>
              </a:rPr>
              <a:t>Results &amp; Analytics</a:t>
            </a:r>
            <a:endParaRPr/>
          </a:p>
          <a:p>
            <a:pPr indent="-457200" lvl="0" marL="457200" rtl="0" algn="l">
              <a:lnSpc>
                <a:spcPct val="90000"/>
              </a:lnSpc>
              <a:spcBef>
                <a:spcPts val="0"/>
              </a:spcBef>
              <a:spcAft>
                <a:spcPts val="0"/>
              </a:spcAft>
              <a:buClr>
                <a:srgbClr val="FFFFFF"/>
              </a:buClr>
              <a:buSzPts val="3200"/>
              <a:buFont typeface="Arial"/>
              <a:buChar char="•"/>
            </a:pPr>
            <a:r>
              <a:rPr lang="en-US" sz="3200">
                <a:solidFill>
                  <a:srgbClr val="FFFFFF"/>
                </a:solidFill>
                <a:latin typeface="Aharoni"/>
                <a:ea typeface="Aharoni"/>
                <a:cs typeface="Aharoni"/>
                <a:sym typeface="Aharoni"/>
              </a:rPr>
              <a:t>Reviews</a:t>
            </a:r>
            <a:endParaRPr/>
          </a:p>
          <a:p>
            <a:pPr indent="-457200" lvl="0" marL="457200" rtl="0" algn="l">
              <a:lnSpc>
                <a:spcPct val="90000"/>
              </a:lnSpc>
              <a:spcBef>
                <a:spcPts val="0"/>
              </a:spcBef>
              <a:spcAft>
                <a:spcPts val="0"/>
              </a:spcAft>
              <a:buClr>
                <a:srgbClr val="FFFFFF"/>
              </a:buClr>
              <a:buSzPts val="3200"/>
              <a:buFont typeface="Arial"/>
              <a:buChar char="•"/>
            </a:pPr>
            <a:r>
              <a:rPr lang="en-US" sz="3200">
                <a:solidFill>
                  <a:srgbClr val="FFFFFF"/>
                </a:solidFill>
                <a:latin typeface="Aharoni"/>
                <a:ea typeface="Aharoni"/>
                <a:cs typeface="Aharoni"/>
                <a:sym typeface="Aharoni"/>
              </a:rPr>
              <a:t>Order Proof</a:t>
            </a:r>
            <a:endParaRPr/>
          </a:p>
          <a:p>
            <a:pPr indent="-457200" lvl="0" marL="457200" rtl="0" algn="l">
              <a:lnSpc>
                <a:spcPct val="90000"/>
              </a:lnSpc>
              <a:spcBef>
                <a:spcPts val="0"/>
              </a:spcBef>
              <a:spcAft>
                <a:spcPts val="0"/>
              </a:spcAft>
              <a:buClr>
                <a:srgbClr val="FFFFFF"/>
              </a:buClr>
              <a:buSzPts val="3200"/>
              <a:buFont typeface="Arial"/>
              <a:buChar char="•"/>
            </a:pPr>
            <a:r>
              <a:rPr lang="en-US" sz="3200">
                <a:solidFill>
                  <a:srgbClr val="FFFFFF"/>
                </a:solidFill>
                <a:latin typeface="Aharoni"/>
                <a:ea typeface="Aharoni"/>
                <a:cs typeface="Aharoni"/>
                <a:sym typeface="Aharoni"/>
              </a:rPr>
              <a:t>Contact Information</a:t>
            </a:r>
            <a:endParaRPr/>
          </a:p>
        </p:txBody>
      </p:sp>
      <p:sp>
        <p:nvSpPr>
          <p:cNvPr id="221" name="Google Shape;221;p2"/>
          <p:cNvSpPr txBox="1"/>
          <p:nvPr>
            <p:ph idx="4294967295" type="sldNum"/>
          </p:nvPr>
        </p:nvSpPr>
        <p:spPr>
          <a:xfrm>
            <a:off x="11760200" y="6465888"/>
            <a:ext cx="431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2" name="Google Shape;222;p2"/>
          <p:cNvSpPr/>
          <p:nvPr/>
        </p:nvSpPr>
        <p:spPr>
          <a:xfrm>
            <a:off x="1112688" y="243410"/>
            <a:ext cx="670312" cy="580653"/>
          </a:xfrm>
          <a:custGeom>
            <a:rect b="b" l="l" r="r" t="t"/>
            <a:pathLst>
              <a:path extrusionOk="0" h="580653" w="670312">
                <a:moveTo>
                  <a:pt x="603423" y="0"/>
                </a:moveTo>
                <a:lnTo>
                  <a:pt x="670312" y="126662"/>
                </a:lnTo>
                <a:cubicBezTo>
                  <a:pt x="615757" y="152279"/>
                  <a:pt x="578043" y="177777"/>
                  <a:pt x="557170" y="203157"/>
                </a:cubicBezTo>
                <a:cubicBezTo>
                  <a:pt x="536297" y="228537"/>
                  <a:pt x="524674" y="258542"/>
                  <a:pt x="522302" y="293172"/>
                </a:cubicBezTo>
                <a:lnTo>
                  <a:pt x="670312" y="293172"/>
                </a:lnTo>
                <a:lnTo>
                  <a:pt x="670312" y="580653"/>
                </a:lnTo>
                <a:lnTo>
                  <a:pt x="360772" y="580653"/>
                </a:lnTo>
                <a:lnTo>
                  <a:pt x="360772" y="342272"/>
                </a:lnTo>
                <a:cubicBezTo>
                  <a:pt x="360772" y="254510"/>
                  <a:pt x="379036" y="185249"/>
                  <a:pt x="415564" y="134489"/>
                </a:cubicBezTo>
                <a:cubicBezTo>
                  <a:pt x="452092" y="83729"/>
                  <a:pt x="514712" y="38900"/>
                  <a:pt x="603423" y="0"/>
                </a:cubicBezTo>
                <a:close/>
                <a:moveTo>
                  <a:pt x="242650" y="0"/>
                </a:moveTo>
                <a:lnTo>
                  <a:pt x="309539" y="126662"/>
                </a:lnTo>
                <a:cubicBezTo>
                  <a:pt x="254985" y="152279"/>
                  <a:pt x="217271" y="177777"/>
                  <a:pt x="196397" y="203157"/>
                </a:cubicBezTo>
                <a:cubicBezTo>
                  <a:pt x="175524" y="228537"/>
                  <a:pt x="163902" y="258542"/>
                  <a:pt x="161530" y="293172"/>
                </a:cubicBezTo>
                <a:lnTo>
                  <a:pt x="309539" y="293172"/>
                </a:lnTo>
                <a:lnTo>
                  <a:pt x="309539" y="580653"/>
                </a:lnTo>
                <a:lnTo>
                  <a:pt x="0" y="580653"/>
                </a:lnTo>
                <a:lnTo>
                  <a:pt x="0" y="342272"/>
                </a:lnTo>
                <a:cubicBezTo>
                  <a:pt x="0" y="254510"/>
                  <a:pt x="18264" y="185249"/>
                  <a:pt x="54792" y="134489"/>
                </a:cubicBezTo>
                <a:cubicBezTo>
                  <a:pt x="91320" y="83729"/>
                  <a:pt x="153940" y="38900"/>
                  <a:pt x="24265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800">
              <a:solidFill>
                <a:srgbClr val="003A57"/>
              </a:solidFill>
              <a:latin typeface="Quattrocento Sans"/>
              <a:ea typeface="Quattrocento Sans"/>
              <a:cs typeface="Quattrocento Sans"/>
              <a:sym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
          <p:cNvSpPr/>
          <p:nvPr/>
        </p:nvSpPr>
        <p:spPr>
          <a:xfrm>
            <a:off x="232519" y="-2693505"/>
            <a:ext cx="4728754" cy="4728754"/>
          </a:xfrm>
          <a:custGeom>
            <a:rect b="b" l="l" r="r" t="t"/>
            <a:pathLst>
              <a:path extrusionOk="0" h="488128" w="488128">
                <a:moveTo>
                  <a:pt x="244064" y="0"/>
                </a:moveTo>
                <a:cubicBezTo>
                  <a:pt x="378857" y="0"/>
                  <a:pt x="488128" y="109271"/>
                  <a:pt x="488128" y="244064"/>
                </a:cubicBezTo>
                <a:cubicBezTo>
                  <a:pt x="488128" y="378857"/>
                  <a:pt x="378857" y="488128"/>
                  <a:pt x="244064" y="488128"/>
                </a:cubicBezTo>
                <a:cubicBezTo>
                  <a:pt x="109271" y="488128"/>
                  <a:pt x="0" y="378857"/>
                  <a:pt x="0" y="244064"/>
                </a:cubicBezTo>
                <a:cubicBezTo>
                  <a:pt x="0" y="109271"/>
                  <a:pt x="109271" y="0"/>
                  <a:pt x="244064"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Quattrocento Sans"/>
              <a:buNone/>
            </a:pPr>
            <a:r>
              <a:t/>
            </a:r>
            <a:endParaRPr b="0" i="0" sz="1800" u="none" cap="none" strike="noStrike">
              <a:solidFill>
                <a:srgbClr val="000000"/>
              </a:solidFill>
              <a:latin typeface="Quattrocento Sans"/>
              <a:ea typeface="Quattrocento Sans"/>
              <a:cs typeface="Quattrocento Sans"/>
              <a:sym typeface="Quattrocento Sans"/>
            </a:endParaRPr>
          </a:p>
        </p:txBody>
      </p:sp>
      <p:sp>
        <p:nvSpPr>
          <p:cNvPr id="229" name="Google Shape;229;p3"/>
          <p:cNvSpPr txBox="1"/>
          <p:nvPr>
            <p:ph idx="1" type="body"/>
          </p:nvPr>
        </p:nvSpPr>
        <p:spPr>
          <a:xfrm>
            <a:off x="0" y="2199859"/>
            <a:ext cx="12046226" cy="414652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1620"/>
              <a:buFont typeface="Noto Sans Symbols"/>
              <a:buNone/>
            </a:pPr>
            <a:r>
              <a:rPr lang="en-US" sz="1800">
                <a:latin typeface="Aharoni"/>
                <a:ea typeface="Aharoni"/>
                <a:cs typeface="Aharoni"/>
                <a:sym typeface="Aharoni"/>
              </a:rPr>
              <a:t>How are you doing? *** is my given name. An expert in Facebook and Instagram advertising. I've spent years aiding startups and companies in boosting their revenue with Facebook Ads.</a:t>
            </a:r>
            <a:endParaRPr/>
          </a:p>
          <a:p>
            <a:pPr indent="0" lvl="0" marL="0" marR="0" rtl="0" algn="l">
              <a:lnSpc>
                <a:spcPct val="90000"/>
              </a:lnSpc>
              <a:spcBef>
                <a:spcPts val="1200"/>
              </a:spcBef>
              <a:spcAft>
                <a:spcPts val="0"/>
              </a:spcAft>
              <a:buClr>
                <a:schemeClr val="dk1"/>
              </a:buClr>
              <a:buSzPts val="1620"/>
              <a:buFont typeface="Noto Sans Symbols"/>
              <a:buNone/>
            </a:pPr>
            <a:r>
              <a:rPr lang="en-US" sz="1800">
                <a:latin typeface="Aharoni"/>
                <a:ea typeface="Aharoni"/>
                <a:cs typeface="Aharoni"/>
                <a:sym typeface="Aharoni"/>
              </a:rPr>
              <a:t>If you're trying to develop your company using Facebook and Instagram advertisements, or if you're currently dealing with Facebook advertising and need help, you've come to the perfect spot. I Am Well-versed in the Secrets of High-Converting Funnels, from attracting a highly focused and relevant audience to improving CTR, User Flow, and Consumer Behavior, all of which contribute to a cheap cost per result and a higher return on investment (Return on Ad Spend). I'm pretty interested in running Facebook Ads and increasing your company's income, so let's get started.</a:t>
            </a:r>
            <a:endParaRPr/>
          </a:p>
          <a:p>
            <a:pPr indent="0" lvl="0" marL="0" marR="0" rtl="0" algn="l">
              <a:lnSpc>
                <a:spcPct val="90000"/>
              </a:lnSpc>
              <a:spcBef>
                <a:spcPts val="1200"/>
              </a:spcBef>
              <a:spcAft>
                <a:spcPts val="0"/>
              </a:spcAft>
              <a:buClr>
                <a:schemeClr val="dk1"/>
              </a:buClr>
              <a:buSzPts val="1620"/>
              <a:buFont typeface="Noto Sans Symbols"/>
              <a:buNone/>
            </a:pPr>
            <a:r>
              <a:rPr lang="en-US" sz="1800">
                <a:latin typeface="Aharoni"/>
                <a:ea typeface="Aharoni"/>
                <a:cs typeface="Aharoni"/>
                <a:sym typeface="Aharoni"/>
              </a:rPr>
              <a:t>If you hire me to advertise your company, I guarantee that I will provide the highest possible level of service and return on your investment via my marketing plan. How did you come to consider employing me? 1. I previously worked as a marketing manager for Facebook and Instagram. 2. I've been recognized as a Fiverr level 1 vendor (https://www.fiverr.com/). 3. I am capable of assisting your customers with the most difficult components of Facebook advertising, such as "pixel setup, conversion tracking, landing page tracking, retargeting, remarketing, custom audience, and email list management." 4. If you are really convinced of my abilities, kindly contact me to schedule an interview.</a:t>
            </a:r>
            <a:endParaRPr/>
          </a:p>
        </p:txBody>
      </p:sp>
      <p:sp>
        <p:nvSpPr>
          <p:cNvPr id="230" name="Google Shape;230;p3"/>
          <p:cNvSpPr txBox="1"/>
          <p:nvPr>
            <p:ph type="title"/>
          </p:nvPr>
        </p:nvSpPr>
        <p:spPr>
          <a:xfrm>
            <a:off x="555244" y="0"/>
            <a:ext cx="4083304" cy="914096"/>
          </a:xfrm>
          <a:prstGeom prst="rect">
            <a:avLst/>
          </a:prstGeom>
          <a:noFill/>
          <a:ln>
            <a:noFill/>
          </a:ln>
        </p:spPr>
        <p:txBody>
          <a:bodyPr anchorCtr="0" anchor="t" bIns="45700" lIns="146300" spcFirstLastPara="1" rIns="146300" wrap="square" tIns="420600">
            <a:spAutoFit/>
          </a:bodyPr>
          <a:lstStyle/>
          <a:p>
            <a:pPr indent="0" lvl="0" marL="0" rtl="0" algn="ctr">
              <a:lnSpc>
                <a:spcPct val="90000"/>
              </a:lnSpc>
              <a:spcBef>
                <a:spcPts val="0"/>
              </a:spcBef>
              <a:spcAft>
                <a:spcPts val="0"/>
              </a:spcAft>
              <a:buClr>
                <a:schemeClr val="lt1"/>
              </a:buClr>
              <a:buSzPts val="3200"/>
              <a:buFont typeface="Quattrocento Sans"/>
              <a:buNone/>
            </a:pPr>
            <a:r>
              <a:rPr b="1" lang="en-US">
                <a:solidFill>
                  <a:schemeClr val="lt1"/>
                </a:solidFill>
              </a:rPr>
              <a:t>Cover Letter</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1">
                                  <p:stCondLst>
                                    <p:cond delay="0"/>
                                  </p:stCondLst>
                                  <p:childTnLst>
                                    <p:set>
                                      <p:cBhvr>
                                        <p:cTn dur="1" fill="hold">
                                          <p:stCondLst>
                                            <p:cond delay="0"/>
                                          </p:stCondLst>
                                        </p:cTn>
                                        <p:tgtEl>
                                          <p:spTgt spid="230"/>
                                        </p:tgtEl>
                                        <p:attrNameLst>
                                          <p:attrName>style.visibility</p:attrName>
                                        </p:attrNameLst>
                                      </p:cBhvr>
                                      <p:to>
                                        <p:strVal val="visible"/>
                                      </p:to>
                                    </p:set>
                                    <p:anim calcmode="lin" valueType="num">
                                      <p:cBhvr additive="base">
                                        <p:cTn dur="500"/>
                                        <p:tgtEl>
                                          <p:spTgt spid="230"/>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9">
                                            <p:txEl>
                                              <p:pRg end="0" st="0"/>
                                            </p:txEl>
                                          </p:spTgt>
                                        </p:tgtEl>
                                        <p:attrNameLst>
                                          <p:attrName>style.visibility</p:attrName>
                                        </p:attrNameLst>
                                      </p:cBhvr>
                                      <p:to>
                                        <p:strVal val="visible"/>
                                      </p:to>
                                    </p:set>
                                    <p:animEffect filter="fade" transition="in">
                                      <p:cBhvr>
                                        <p:cTn dur="500"/>
                                        <p:tgtEl>
                                          <p:spTgt spid="229">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9">
                                            <p:txEl>
                                              <p:pRg end="1" st="1"/>
                                            </p:txEl>
                                          </p:spTgt>
                                        </p:tgtEl>
                                        <p:attrNameLst>
                                          <p:attrName>style.visibility</p:attrName>
                                        </p:attrNameLst>
                                      </p:cBhvr>
                                      <p:to>
                                        <p:strVal val="visible"/>
                                      </p:to>
                                    </p:set>
                                    <p:animEffect filter="fade" transition="in">
                                      <p:cBhvr>
                                        <p:cTn dur="500"/>
                                        <p:tgtEl>
                                          <p:spTgt spid="229">
                                            <p:txEl>
                                              <p:pRg end="1" st="1"/>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29">
                                            <p:txEl>
                                              <p:pRg end="2" st="2"/>
                                            </p:txEl>
                                          </p:spTgt>
                                        </p:tgtEl>
                                        <p:attrNameLst>
                                          <p:attrName>style.visibility</p:attrName>
                                        </p:attrNameLst>
                                      </p:cBhvr>
                                      <p:to>
                                        <p:strVal val="visible"/>
                                      </p:to>
                                    </p:set>
                                    <p:animEffect filter="fade" transition="in">
                                      <p:cBhvr>
                                        <p:cTn dur="500"/>
                                        <p:tgtEl>
                                          <p:spTgt spid="229">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
          <p:cNvSpPr txBox="1"/>
          <p:nvPr>
            <p:ph idx="1" type="body"/>
          </p:nvPr>
        </p:nvSpPr>
        <p:spPr>
          <a:xfrm>
            <a:off x="3923323" y="186061"/>
            <a:ext cx="4376615" cy="923330"/>
          </a:xfrm>
          <a:prstGeom prst="rect">
            <a:avLst/>
          </a:prstGeom>
          <a:noFill/>
          <a:ln>
            <a:noFill/>
          </a:ln>
        </p:spPr>
        <p:txBody>
          <a:bodyPr anchorCtr="0" anchor="t" bIns="45700" lIns="91425" spcFirstLastPara="1" rIns="91425" wrap="square" tIns="45700">
            <a:spAutoFit/>
          </a:bodyPr>
          <a:lstStyle/>
          <a:p>
            <a:pPr indent="0" lvl="0" marL="0" rtl="0" algn="ctr">
              <a:lnSpc>
                <a:spcPct val="90000"/>
              </a:lnSpc>
              <a:spcBef>
                <a:spcPts val="0"/>
              </a:spcBef>
              <a:spcAft>
                <a:spcPts val="0"/>
              </a:spcAft>
              <a:buClr>
                <a:schemeClr val="lt1"/>
              </a:buClr>
              <a:buSzPts val="6000"/>
              <a:buNone/>
            </a:pPr>
            <a:r>
              <a:rPr lang="en-US" sz="6000"/>
              <a:t>Results</a:t>
            </a:r>
            <a:endParaRPr/>
          </a:p>
        </p:txBody>
      </p:sp>
      <p:pic>
        <p:nvPicPr>
          <p:cNvPr id="237" name="Google Shape;237;p4"/>
          <p:cNvPicPr preferRelativeResize="0"/>
          <p:nvPr/>
        </p:nvPicPr>
        <p:blipFill rotWithShape="1">
          <a:blip r:embed="rId3">
            <a:alphaModFix/>
          </a:blip>
          <a:srcRect b="0" l="0" r="0" t="0"/>
          <a:stretch/>
        </p:blipFill>
        <p:spPr>
          <a:xfrm>
            <a:off x="2268658" y="2411898"/>
            <a:ext cx="8248650" cy="4048125"/>
          </a:xfrm>
          <a:prstGeom prst="rect">
            <a:avLst/>
          </a:prstGeom>
          <a:noFill/>
          <a:ln>
            <a:noFill/>
          </a:ln>
        </p:spPr>
      </p:pic>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5"/>
          <p:cNvSpPr txBox="1"/>
          <p:nvPr>
            <p:ph type="title"/>
          </p:nvPr>
        </p:nvSpPr>
        <p:spPr>
          <a:xfrm>
            <a:off x="316322" y="339408"/>
            <a:ext cx="2375877" cy="757130"/>
          </a:xfrm>
          <a:prstGeom prst="rect">
            <a:avLst/>
          </a:prstGeom>
          <a:noFill/>
          <a:ln>
            <a:noFill/>
          </a:ln>
        </p:spPr>
        <p:txBody>
          <a:bodyPr anchorCtr="0" anchor="t" bIns="45700" lIns="91425" spcFirstLastPara="1" rIns="91425" wrap="square" tIns="45700">
            <a:spAutoFit/>
          </a:bodyPr>
          <a:lstStyle/>
          <a:p>
            <a:pPr indent="0" lvl="0" marL="0" rtl="0" algn="ctr">
              <a:lnSpc>
                <a:spcPct val="90000"/>
              </a:lnSpc>
              <a:spcBef>
                <a:spcPts val="0"/>
              </a:spcBef>
              <a:spcAft>
                <a:spcPts val="0"/>
              </a:spcAft>
              <a:buClr>
                <a:schemeClr val="lt1"/>
              </a:buClr>
              <a:buSzPts val="4800"/>
              <a:buFont typeface="Quattrocento Sans"/>
              <a:buNone/>
            </a:pPr>
            <a:r>
              <a:rPr b="1" lang="en-US" sz="4800"/>
              <a:t>Results</a:t>
            </a:r>
            <a:endParaRPr/>
          </a:p>
        </p:txBody>
      </p:sp>
      <p:sp>
        <p:nvSpPr>
          <p:cNvPr id="244" name="Google Shape;244;p5"/>
          <p:cNvSpPr txBox="1"/>
          <p:nvPr>
            <p:ph idx="12" type="sldNum"/>
          </p:nvPr>
        </p:nvSpPr>
        <p:spPr>
          <a:xfrm>
            <a:off x="11432913" y="6316156"/>
            <a:ext cx="49840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45" name="Google Shape;245;p5"/>
          <p:cNvPicPr preferRelativeResize="0"/>
          <p:nvPr/>
        </p:nvPicPr>
        <p:blipFill rotWithShape="1">
          <a:blip r:embed="rId3">
            <a:alphaModFix/>
          </a:blip>
          <a:srcRect b="0" l="0" r="0" t="0"/>
          <a:stretch/>
        </p:blipFill>
        <p:spPr>
          <a:xfrm>
            <a:off x="1524207" y="1540980"/>
            <a:ext cx="8906976" cy="4515264"/>
          </a:xfrm>
          <a:prstGeom prst="rect">
            <a:avLst/>
          </a:prstGeom>
          <a:noFill/>
          <a:ln>
            <a:noFill/>
          </a:ln>
        </p:spPr>
      </p:pic>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6"/>
          <p:cNvSpPr txBox="1"/>
          <p:nvPr>
            <p:ph type="title"/>
          </p:nvPr>
        </p:nvSpPr>
        <p:spPr>
          <a:xfrm>
            <a:off x="316322" y="339408"/>
            <a:ext cx="2375877" cy="757130"/>
          </a:xfrm>
          <a:prstGeom prst="rect">
            <a:avLst/>
          </a:prstGeom>
          <a:noFill/>
          <a:ln>
            <a:noFill/>
          </a:ln>
        </p:spPr>
        <p:txBody>
          <a:bodyPr anchorCtr="0" anchor="t" bIns="45700" lIns="91425" spcFirstLastPara="1" rIns="91425" wrap="square" tIns="45700">
            <a:spAutoFit/>
          </a:bodyPr>
          <a:lstStyle/>
          <a:p>
            <a:pPr indent="0" lvl="0" marL="0" rtl="0" algn="ctr">
              <a:lnSpc>
                <a:spcPct val="90000"/>
              </a:lnSpc>
              <a:spcBef>
                <a:spcPts val="0"/>
              </a:spcBef>
              <a:spcAft>
                <a:spcPts val="0"/>
              </a:spcAft>
              <a:buClr>
                <a:schemeClr val="lt1"/>
              </a:buClr>
              <a:buSzPts val="4800"/>
              <a:buFont typeface="Quattrocento Sans"/>
              <a:buNone/>
            </a:pPr>
            <a:r>
              <a:rPr b="1" lang="en-US" sz="4800"/>
              <a:t>Results</a:t>
            </a:r>
            <a:endParaRPr/>
          </a:p>
        </p:txBody>
      </p:sp>
      <p:sp>
        <p:nvSpPr>
          <p:cNvPr id="252" name="Google Shape;252;p6"/>
          <p:cNvSpPr txBox="1"/>
          <p:nvPr>
            <p:ph idx="12" type="sldNum"/>
          </p:nvPr>
        </p:nvSpPr>
        <p:spPr>
          <a:xfrm>
            <a:off x="11432913" y="6316156"/>
            <a:ext cx="49840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53" name="Google Shape;253;p6"/>
          <p:cNvPicPr preferRelativeResize="0"/>
          <p:nvPr/>
        </p:nvPicPr>
        <p:blipFill rotWithShape="1">
          <a:blip r:embed="rId3">
            <a:alphaModFix/>
          </a:blip>
          <a:srcRect b="0" l="0" r="0" t="0"/>
          <a:stretch/>
        </p:blipFill>
        <p:spPr>
          <a:xfrm>
            <a:off x="1999497" y="1828264"/>
            <a:ext cx="8193006" cy="3735047"/>
          </a:xfrm>
          <a:prstGeom prst="rect">
            <a:avLst/>
          </a:prstGeom>
          <a:noFill/>
          <a:ln>
            <a:noFill/>
          </a:ln>
        </p:spPr>
      </p:pic>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7"/>
          <p:cNvSpPr txBox="1"/>
          <p:nvPr>
            <p:ph type="title"/>
          </p:nvPr>
        </p:nvSpPr>
        <p:spPr>
          <a:xfrm>
            <a:off x="316322" y="339408"/>
            <a:ext cx="2375877" cy="757130"/>
          </a:xfrm>
          <a:prstGeom prst="rect">
            <a:avLst/>
          </a:prstGeom>
          <a:noFill/>
          <a:ln>
            <a:noFill/>
          </a:ln>
        </p:spPr>
        <p:txBody>
          <a:bodyPr anchorCtr="0" anchor="t" bIns="45700" lIns="91425" spcFirstLastPara="1" rIns="91425" wrap="square" tIns="45700">
            <a:spAutoFit/>
          </a:bodyPr>
          <a:lstStyle/>
          <a:p>
            <a:pPr indent="0" lvl="0" marL="0" rtl="0" algn="ctr">
              <a:lnSpc>
                <a:spcPct val="90000"/>
              </a:lnSpc>
              <a:spcBef>
                <a:spcPts val="0"/>
              </a:spcBef>
              <a:spcAft>
                <a:spcPts val="0"/>
              </a:spcAft>
              <a:buClr>
                <a:schemeClr val="lt1"/>
              </a:buClr>
              <a:buSzPts val="4800"/>
              <a:buFont typeface="Quattrocento Sans"/>
              <a:buNone/>
            </a:pPr>
            <a:r>
              <a:rPr b="1" lang="en-US" sz="4800"/>
              <a:t>Results</a:t>
            </a:r>
            <a:endParaRPr/>
          </a:p>
        </p:txBody>
      </p:sp>
      <p:sp>
        <p:nvSpPr>
          <p:cNvPr id="260" name="Google Shape;260;p7"/>
          <p:cNvSpPr txBox="1"/>
          <p:nvPr>
            <p:ph idx="12" type="sldNum"/>
          </p:nvPr>
        </p:nvSpPr>
        <p:spPr>
          <a:xfrm>
            <a:off x="11432913" y="6316156"/>
            <a:ext cx="49840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61" name="Google Shape;261;p7"/>
          <p:cNvPicPr preferRelativeResize="0"/>
          <p:nvPr/>
        </p:nvPicPr>
        <p:blipFill rotWithShape="1">
          <a:blip r:embed="rId3">
            <a:alphaModFix/>
          </a:blip>
          <a:srcRect b="0" l="0" r="0" t="0"/>
          <a:stretch/>
        </p:blipFill>
        <p:spPr>
          <a:xfrm>
            <a:off x="2176462" y="1894673"/>
            <a:ext cx="7839075" cy="3581400"/>
          </a:xfrm>
          <a:prstGeom prst="rect">
            <a:avLst/>
          </a:prstGeom>
          <a:noFill/>
          <a:ln>
            <a:noFill/>
          </a:ln>
        </p:spPr>
      </p:pic>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8"/>
          <p:cNvSpPr txBox="1"/>
          <p:nvPr>
            <p:ph type="title"/>
          </p:nvPr>
        </p:nvSpPr>
        <p:spPr>
          <a:xfrm>
            <a:off x="316322" y="339408"/>
            <a:ext cx="2375877" cy="757130"/>
          </a:xfrm>
          <a:prstGeom prst="rect">
            <a:avLst/>
          </a:prstGeom>
          <a:noFill/>
          <a:ln>
            <a:noFill/>
          </a:ln>
        </p:spPr>
        <p:txBody>
          <a:bodyPr anchorCtr="0" anchor="t" bIns="45700" lIns="91425" spcFirstLastPara="1" rIns="91425" wrap="square" tIns="45700">
            <a:spAutoFit/>
          </a:bodyPr>
          <a:lstStyle/>
          <a:p>
            <a:pPr indent="0" lvl="0" marL="0" rtl="0" algn="ctr">
              <a:lnSpc>
                <a:spcPct val="90000"/>
              </a:lnSpc>
              <a:spcBef>
                <a:spcPts val="0"/>
              </a:spcBef>
              <a:spcAft>
                <a:spcPts val="0"/>
              </a:spcAft>
              <a:buClr>
                <a:schemeClr val="lt1"/>
              </a:buClr>
              <a:buSzPts val="4800"/>
              <a:buFont typeface="Quattrocento Sans"/>
              <a:buNone/>
            </a:pPr>
            <a:r>
              <a:rPr b="1" lang="en-US" sz="4800"/>
              <a:t>Results</a:t>
            </a:r>
            <a:endParaRPr/>
          </a:p>
        </p:txBody>
      </p:sp>
      <p:sp>
        <p:nvSpPr>
          <p:cNvPr id="268" name="Google Shape;268;p8"/>
          <p:cNvSpPr txBox="1"/>
          <p:nvPr>
            <p:ph idx="12" type="sldNum"/>
          </p:nvPr>
        </p:nvSpPr>
        <p:spPr>
          <a:xfrm>
            <a:off x="11432913" y="6316156"/>
            <a:ext cx="49840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69" name="Google Shape;269;p8"/>
          <p:cNvPicPr preferRelativeResize="0"/>
          <p:nvPr/>
        </p:nvPicPr>
        <p:blipFill rotWithShape="1">
          <a:blip r:embed="rId3">
            <a:alphaModFix/>
          </a:blip>
          <a:srcRect b="0" l="0" r="0" t="0"/>
          <a:stretch/>
        </p:blipFill>
        <p:spPr>
          <a:xfrm>
            <a:off x="2057800" y="2034477"/>
            <a:ext cx="8491855" cy="3733934"/>
          </a:xfrm>
          <a:prstGeom prst="rect">
            <a:avLst/>
          </a:prstGeom>
          <a:noFill/>
          <a:ln>
            <a:noFill/>
          </a:ln>
        </p:spPr>
      </p:pic>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9"/>
          <p:cNvSpPr txBox="1"/>
          <p:nvPr>
            <p:ph idx="3" type="body"/>
          </p:nvPr>
        </p:nvSpPr>
        <p:spPr>
          <a:xfrm>
            <a:off x="4333602" y="300954"/>
            <a:ext cx="3599190" cy="1200329"/>
          </a:xfrm>
          <a:prstGeom prst="rect">
            <a:avLst/>
          </a:prstGeom>
          <a:noFill/>
          <a:ln>
            <a:noFill/>
          </a:ln>
        </p:spPr>
        <p:txBody>
          <a:bodyPr anchorCtr="0" anchor="ctr" bIns="45700" lIns="91425" spcFirstLastPara="1" rIns="91425" wrap="square" tIns="45700">
            <a:spAutoFit/>
          </a:bodyPr>
          <a:lstStyle/>
          <a:p>
            <a:pPr indent="0" lvl="0" marL="0" rtl="0" algn="ctr">
              <a:lnSpc>
                <a:spcPct val="90000"/>
              </a:lnSpc>
              <a:spcBef>
                <a:spcPts val="0"/>
              </a:spcBef>
              <a:spcAft>
                <a:spcPts val="0"/>
              </a:spcAft>
              <a:buClr>
                <a:schemeClr val="accent4"/>
              </a:buClr>
              <a:buSzPts val="8000"/>
              <a:buNone/>
            </a:pPr>
            <a:r>
              <a:rPr lang="en-US"/>
              <a:t>Results</a:t>
            </a:r>
            <a:endParaRPr/>
          </a:p>
        </p:txBody>
      </p:sp>
      <p:pic>
        <p:nvPicPr>
          <p:cNvPr id="276" name="Google Shape;276;p9"/>
          <p:cNvPicPr preferRelativeResize="0"/>
          <p:nvPr/>
        </p:nvPicPr>
        <p:blipFill rotWithShape="1">
          <a:blip r:embed="rId3">
            <a:alphaModFix/>
          </a:blip>
          <a:srcRect b="0" l="0" r="0" t="0"/>
          <a:stretch/>
        </p:blipFill>
        <p:spPr>
          <a:xfrm>
            <a:off x="1449720" y="2295090"/>
            <a:ext cx="9798493" cy="390876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0"/>
          <p:cNvSpPr txBox="1"/>
          <p:nvPr>
            <p:ph idx="3" type="body"/>
          </p:nvPr>
        </p:nvSpPr>
        <p:spPr>
          <a:xfrm>
            <a:off x="4333602" y="300954"/>
            <a:ext cx="3599190" cy="1200329"/>
          </a:xfrm>
          <a:prstGeom prst="rect">
            <a:avLst/>
          </a:prstGeom>
          <a:noFill/>
          <a:ln>
            <a:noFill/>
          </a:ln>
        </p:spPr>
        <p:txBody>
          <a:bodyPr anchorCtr="0" anchor="ctr" bIns="45700" lIns="91425" spcFirstLastPara="1" rIns="91425" wrap="square" tIns="45700">
            <a:spAutoFit/>
          </a:bodyPr>
          <a:lstStyle/>
          <a:p>
            <a:pPr indent="0" lvl="0" marL="0" rtl="0" algn="ctr">
              <a:lnSpc>
                <a:spcPct val="90000"/>
              </a:lnSpc>
              <a:spcBef>
                <a:spcPts val="0"/>
              </a:spcBef>
              <a:spcAft>
                <a:spcPts val="0"/>
              </a:spcAft>
              <a:buClr>
                <a:schemeClr val="accent4"/>
              </a:buClr>
              <a:buSzPts val="8000"/>
              <a:buNone/>
            </a:pPr>
            <a:r>
              <a:rPr lang="en-US"/>
              <a:t>Results</a:t>
            </a:r>
            <a:endParaRPr/>
          </a:p>
        </p:txBody>
      </p:sp>
      <p:pic>
        <p:nvPicPr>
          <p:cNvPr id="283" name="Google Shape;283;p10"/>
          <p:cNvPicPr preferRelativeResize="0"/>
          <p:nvPr/>
        </p:nvPicPr>
        <p:blipFill rotWithShape="1">
          <a:blip r:embed="rId3">
            <a:alphaModFix/>
          </a:blip>
          <a:srcRect b="0" l="0" r="0" t="0"/>
          <a:stretch/>
        </p:blipFill>
        <p:spPr>
          <a:xfrm>
            <a:off x="1189414" y="2287229"/>
            <a:ext cx="10247620" cy="410471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1"/>
          <p:cNvSpPr txBox="1"/>
          <p:nvPr>
            <p:ph type="title"/>
          </p:nvPr>
        </p:nvSpPr>
        <p:spPr>
          <a:xfrm>
            <a:off x="316322" y="339408"/>
            <a:ext cx="2375877" cy="757130"/>
          </a:xfrm>
          <a:prstGeom prst="rect">
            <a:avLst/>
          </a:prstGeom>
          <a:noFill/>
          <a:ln>
            <a:noFill/>
          </a:ln>
        </p:spPr>
        <p:txBody>
          <a:bodyPr anchorCtr="0" anchor="t" bIns="45700" lIns="91425" spcFirstLastPara="1" rIns="91425" wrap="square" tIns="45700">
            <a:spAutoFit/>
          </a:bodyPr>
          <a:lstStyle/>
          <a:p>
            <a:pPr indent="0" lvl="0" marL="0" rtl="0" algn="ctr">
              <a:lnSpc>
                <a:spcPct val="90000"/>
              </a:lnSpc>
              <a:spcBef>
                <a:spcPts val="0"/>
              </a:spcBef>
              <a:spcAft>
                <a:spcPts val="0"/>
              </a:spcAft>
              <a:buClr>
                <a:schemeClr val="lt1"/>
              </a:buClr>
              <a:buSzPts val="4800"/>
              <a:buFont typeface="Quattrocento Sans"/>
              <a:buNone/>
            </a:pPr>
            <a:r>
              <a:rPr b="1" lang="en-US" sz="4800"/>
              <a:t>Results</a:t>
            </a:r>
            <a:endParaRPr/>
          </a:p>
        </p:txBody>
      </p:sp>
      <p:sp>
        <p:nvSpPr>
          <p:cNvPr id="290" name="Google Shape;290;p11"/>
          <p:cNvSpPr txBox="1"/>
          <p:nvPr>
            <p:ph idx="12" type="sldNum"/>
          </p:nvPr>
        </p:nvSpPr>
        <p:spPr>
          <a:xfrm>
            <a:off x="11432913" y="6316156"/>
            <a:ext cx="49840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91" name="Google Shape;291;p11"/>
          <p:cNvPicPr preferRelativeResize="0"/>
          <p:nvPr/>
        </p:nvPicPr>
        <p:blipFill rotWithShape="1">
          <a:blip r:embed="rId3">
            <a:alphaModFix/>
          </a:blip>
          <a:srcRect b="0" l="0" r="0" t="0"/>
          <a:stretch/>
        </p:blipFill>
        <p:spPr>
          <a:xfrm>
            <a:off x="795337" y="1459810"/>
            <a:ext cx="10601325" cy="4362450"/>
          </a:xfrm>
          <a:prstGeom prst="rect">
            <a:avLst/>
          </a:prstGeom>
          <a:noFill/>
          <a:ln>
            <a:noFill/>
          </a:ln>
        </p:spPr>
      </p:pic>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2"/>
          <p:cNvSpPr txBox="1"/>
          <p:nvPr>
            <p:ph type="title"/>
          </p:nvPr>
        </p:nvSpPr>
        <p:spPr>
          <a:xfrm>
            <a:off x="316322" y="339408"/>
            <a:ext cx="2375877" cy="757130"/>
          </a:xfrm>
          <a:prstGeom prst="rect">
            <a:avLst/>
          </a:prstGeom>
          <a:noFill/>
          <a:ln>
            <a:noFill/>
          </a:ln>
        </p:spPr>
        <p:txBody>
          <a:bodyPr anchorCtr="0" anchor="t" bIns="45700" lIns="91425" spcFirstLastPara="1" rIns="91425" wrap="square" tIns="45700">
            <a:spAutoFit/>
          </a:bodyPr>
          <a:lstStyle/>
          <a:p>
            <a:pPr indent="0" lvl="0" marL="0" rtl="0" algn="ctr">
              <a:lnSpc>
                <a:spcPct val="90000"/>
              </a:lnSpc>
              <a:spcBef>
                <a:spcPts val="0"/>
              </a:spcBef>
              <a:spcAft>
                <a:spcPts val="0"/>
              </a:spcAft>
              <a:buClr>
                <a:schemeClr val="lt1"/>
              </a:buClr>
              <a:buSzPts val="4800"/>
              <a:buFont typeface="Quattrocento Sans"/>
              <a:buNone/>
            </a:pPr>
            <a:r>
              <a:rPr b="1" lang="en-US" sz="4800"/>
              <a:t>Results</a:t>
            </a:r>
            <a:endParaRPr/>
          </a:p>
        </p:txBody>
      </p:sp>
      <p:sp>
        <p:nvSpPr>
          <p:cNvPr id="298" name="Google Shape;298;p12"/>
          <p:cNvSpPr txBox="1"/>
          <p:nvPr>
            <p:ph idx="12" type="sldNum"/>
          </p:nvPr>
        </p:nvSpPr>
        <p:spPr>
          <a:xfrm>
            <a:off x="11432913" y="6316156"/>
            <a:ext cx="49840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99" name="Google Shape;299;p12"/>
          <p:cNvPicPr preferRelativeResize="0"/>
          <p:nvPr/>
        </p:nvPicPr>
        <p:blipFill rotWithShape="1">
          <a:blip r:embed="rId3">
            <a:alphaModFix/>
          </a:blip>
          <a:srcRect b="0" l="0" r="0" t="0"/>
          <a:stretch/>
        </p:blipFill>
        <p:spPr>
          <a:xfrm>
            <a:off x="1171575" y="1569761"/>
            <a:ext cx="9848850" cy="4619625"/>
          </a:xfrm>
          <a:prstGeom prst="rect">
            <a:avLst/>
          </a:prstGeom>
          <a:noFill/>
          <a:ln>
            <a:noFill/>
          </a:ln>
        </p:spPr>
      </p:pic>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3"/>
          <p:cNvSpPr txBox="1"/>
          <p:nvPr>
            <p:ph idx="4" type="body"/>
          </p:nvPr>
        </p:nvSpPr>
        <p:spPr>
          <a:xfrm>
            <a:off x="7524712" y="3039153"/>
            <a:ext cx="3714094" cy="1588127"/>
          </a:xfrm>
          <a:prstGeom prst="rect">
            <a:avLst/>
          </a:prstGeom>
          <a:noFill/>
          <a:ln>
            <a:noFill/>
          </a:ln>
        </p:spPr>
        <p:txBody>
          <a:bodyPr anchorCtr="0" anchor="t" bIns="45700" lIns="146300" spcFirstLastPara="1" rIns="146300" wrap="square" tIns="45700">
            <a:spAutoFit/>
          </a:bodyPr>
          <a:lstStyle/>
          <a:p>
            <a:pPr indent="0" lvl="0" marL="0" rtl="0" algn="ctr">
              <a:lnSpc>
                <a:spcPct val="90000"/>
              </a:lnSpc>
              <a:spcBef>
                <a:spcPts val="0"/>
              </a:spcBef>
              <a:spcAft>
                <a:spcPts val="0"/>
              </a:spcAft>
              <a:buClr>
                <a:schemeClr val="accent4"/>
              </a:buClr>
              <a:buSzPts val="5400"/>
              <a:buNone/>
            </a:pPr>
            <a:r>
              <a:rPr lang="en-US"/>
              <a:t>Reviews</a:t>
            </a:r>
            <a:endParaRPr/>
          </a:p>
        </p:txBody>
      </p:sp>
      <p:sp>
        <p:nvSpPr>
          <p:cNvPr id="306" name="Google Shape;306;p13"/>
          <p:cNvSpPr txBox="1"/>
          <p:nvPr>
            <p:ph idx="12" type="sldNum"/>
          </p:nvPr>
        </p:nvSpPr>
        <p:spPr>
          <a:xfrm>
            <a:off x="11668594" y="6484937"/>
            <a:ext cx="523406"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07" name="Google Shape;307;p13"/>
          <p:cNvPicPr preferRelativeResize="0"/>
          <p:nvPr/>
        </p:nvPicPr>
        <p:blipFill rotWithShape="1">
          <a:blip r:embed="rId3">
            <a:alphaModFix/>
          </a:blip>
          <a:srcRect b="0" l="0" r="0" t="0"/>
          <a:stretch/>
        </p:blipFill>
        <p:spPr>
          <a:xfrm>
            <a:off x="0" y="0"/>
            <a:ext cx="5477325" cy="6850062"/>
          </a:xfrm>
          <a:prstGeom prst="rect">
            <a:avLst/>
          </a:prstGeom>
          <a:noFill/>
          <a:ln>
            <a:noFill/>
          </a:ln>
        </p:spPr>
      </p:pic>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descr="Graphical user interface, application&#10;&#10;Description automatically generated" id="313" name="Google Shape;313;p14"/>
          <p:cNvPicPr preferRelativeResize="0"/>
          <p:nvPr/>
        </p:nvPicPr>
        <p:blipFill rotWithShape="1">
          <a:blip r:embed="rId3">
            <a:alphaModFix/>
          </a:blip>
          <a:srcRect b="0" l="0" r="0" t="0"/>
          <a:stretch/>
        </p:blipFill>
        <p:spPr>
          <a:xfrm>
            <a:off x="681867" y="0"/>
            <a:ext cx="4730708" cy="6856100"/>
          </a:xfrm>
          <a:prstGeom prst="rect">
            <a:avLst/>
          </a:prstGeom>
          <a:noFill/>
          <a:ln>
            <a:noFill/>
          </a:ln>
        </p:spPr>
      </p:pic>
      <p:sp>
        <p:nvSpPr>
          <p:cNvPr id="314" name="Google Shape;314;p14"/>
          <p:cNvSpPr txBox="1"/>
          <p:nvPr>
            <p:ph idx="1" type="body"/>
          </p:nvPr>
        </p:nvSpPr>
        <p:spPr>
          <a:xfrm>
            <a:off x="6096000" y="2356398"/>
            <a:ext cx="6096000" cy="214520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2"/>
              </a:buClr>
              <a:buSzPts val="3600"/>
              <a:buNone/>
            </a:pPr>
            <a:r>
              <a:rPr lang="en-US"/>
              <a:t>Reviews</a:t>
            </a:r>
            <a:endParaRPr/>
          </a:p>
        </p:txBody>
      </p:sp>
      <p:sp>
        <p:nvSpPr>
          <p:cNvPr id="315" name="Google Shape;315;p14"/>
          <p:cNvSpPr txBox="1"/>
          <p:nvPr>
            <p:ph idx="12" type="sldNum"/>
          </p:nvPr>
        </p:nvSpPr>
        <p:spPr>
          <a:xfrm>
            <a:off x="11668594" y="6484937"/>
            <a:ext cx="523406"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descr="Graphical user interface, application&#10;&#10;Description automatically generated" id="321" name="Google Shape;321;p15"/>
          <p:cNvPicPr preferRelativeResize="0"/>
          <p:nvPr/>
        </p:nvPicPr>
        <p:blipFill rotWithShape="1">
          <a:blip r:embed="rId3">
            <a:alphaModFix/>
          </a:blip>
          <a:srcRect b="0" l="0" r="0" t="0"/>
          <a:stretch/>
        </p:blipFill>
        <p:spPr>
          <a:xfrm>
            <a:off x="630446" y="0"/>
            <a:ext cx="4833550" cy="6856100"/>
          </a:xfrm>
          <a:prstGeom prst="rect">
            <a:avLst/>
          </a:prstGeom>
          <a:noFill/>
          <a:ln>
            <a:noFill/>
          </a:ln>
        </p:spPr>
      </p:pic>
      <p:sp>
        <p:nvSpPr>
          <p:cNvPr id="322" name="Google Shape;322;p15"/>
          <p:cNvSpPr txBox="1"/>
          <p:nvPr>
            <p:ph idx="1" type="body"/>
          </p:nvPr>
        </p:nvSpPr>
        <p:spPr>
          <a:xfrm>
            <a:off x="6096000" y="2356398"/>
            <a:ext cx="6096000" cy="214520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2"/>
              </a:buClr>
              <a:buSzPts val="3600"/>
              <a:buNone/>
            </a:pPr>
            <a:r>
              <a:rPr lang="en-US"/>
              <a:t>Reviews</a:t>
            </a:r>
            <a:endParaRPr/>
          </a:p>
        </p:txBody>
      </p:sp>
      <p:sp>
        <p:nvSpPr>
          <p:cNvPr id="323" name="Google Shape;323;p15"/>
          <p:cNvSpPr txBox="1"/>
          <p:nvPr>
            <p:ph idx="12" type="sldNum"/>
          </p:nvPr>
        </p:nvSpPr>
        <p:spPr>
          <a:xfrm>
            <a:off x="11668594" y="6484937"/>
            <a:ext cx="523406"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id="329" name="Google Shape;329;p16"/>
          <p:cNvPicPr preferRelativeResize="0"/>
          <p:nvPr/>
        </p:nvPicPr>
        <p:blipFill rotWithShape="1">
          <a:blip r:embed="rId3">
            <a:alphaModFix/>
          </a:blip>
          <a:srcRect b="0" l="0" r="0" t="0"/>
          <a:stretch/>
        </p:blipFill>
        <p:spPr>
          <a:xfrm>
            <a:off x="344763" y="0"/>
            <a:ext cx="5404916" cy="6856100"/>
          </a:xfrm>
          <a:prstGeom prst="rect">
            <a:avLst/>
          </a:prstGeom>
          <a:noFill/>
          <a:ln>
            <a:noFill/>
          </a:ln>
        </p:spPr>
      </p:pic>
      <p:sp>
        <p:nvSpPr>
          <p:cNvPr id="330" name="Google Shape;330;p16"/>
          <p:cNvSpPr txBox="1"/>
          <p:nvPr>
            <p:ph idx="1" type="body"/>
          </p:nvPr>
        </p:nvSpPr>
        <p:spPr>
          <a:xfrm>
            <a:off x="6096000" y="2356398"/>
            <a:ext cx="6096000" cy="214520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2"/>
              </a:buClr>
              <a:buSzPts val="3600"/>
              <a:buNone/>
            </a:pPr>
            <a:r>
              <a:rPr lang="en-US"/>
              <a:t>Reviews</a:t>
            </a:r>
            <a:endParaRPr/>
          </a:p>
        </p:txBody>
      </p:sp>
      <p:sp>
        <p:nvSpPr>
          <p:cNvPr id="331" name="Google Shape;331;p16"/>
          <p:cNvSpPr txBox="1"/>
          <p:nvPr>
            <p:ph idx="12" type="sldNum"/>
          </p:nvPr>
        </p:nvSpPr>
        <p:spPr>
          <a:xfrm>
            <a:off x="11668594" y="6484937"/>
            <a:ext cx="523406"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7"/>
          <p:cNvSpPr txBox="1"/>
          <p:nvPr>
            <p:ph idx="12" type="sldNum"/>
          </p:nvPr>
        </p:nvSpPr>
        <p:spPr>
          <a:xfrm>
            <a:off x="11753512" y="6484937"/>
            <a:ext cx="419776"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8" name="Google Shape;338;p17"/>
          <p:cNvSpPr/>
          <p:nvPr/>
        </p:nvSpPr>
        <p:spPr>
          <a:xfrm>
            <a:off x="0" y="0"/>
            <a:ext cx="12377530" cy="6858000"/>
          </a:xfrm>
          <a:prstGeom prst="rect">
            <a:avLst/>
          </a:prstGeom>
          <a:gradFill>
            <a:gsLst>
              <a:gs pos="0">
                <a:srgbClr val="000000">
                  <a:alpha val="52941"/>
                </a:srgbClr>
              </a:gs>
              <a:gs pos="97000">
                <a:srgbClr val="000000">
                  <a:alpha val="0"/>
                </a:srgbClr>
              </a:gs>
              <a:gs pos="100000">
                <a:srgbClr val="000000">
                  <a:alpha val="0"/>
                </a:srgbClr>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339" name="Google Shape;339;p17"/>
          <p:cNvSpPr txBox="1"/>
          <p:nvPr>
            <p:ph idx="1" type="body"/>
          </p:nvPr>
        </p:nvSpPr>
        <p:spPr>
          <a:xfrm>
            <a:off x="2796962" y="131343"/>
            <a:ext cx="5499792" cy="1583157"/>
          </a:xfrm>
          <a:prstGeom prst="rect">
            <a:avLst/>
          </a:prstGeom>
          <a:noFill/>
          <a:ln>
            <a:noFill/>
          </a:ln>
        </p:spPr>
        <p:txBody>
          <a:bodyPr anchorCtr="0" anchor="t" bIns="45700" lIns="146300" spcFirstLastPara="1" rIns="146300" wrap="square" tIns="45700">
            <a:spAutoFit/>
          </a:bodyPr>
          <a:lstStyle/>
          <a:p>
            <a:pPr indent="0" lvl="0" marL="0" rtl="0" algn="ctr">
              <a:lnSpc>
                <a:spcPct val="90000"/>
              </a:lnSpc>
              <a:spcBef>
                <a:spcPts val="0"/>
              </a:spcBef>
              <a:spcAft>
                <a:spcPts val="0"/>
              </a:spcAft>
              <a:buClr>
                <a:schemeClr val="accent4"/>
              </a:buClr>
              <a:buSzPts val="5400"/>
              <a:buNone/>
            </a:pPr>
            <a:r>
              <a:rPr lang="en-US"/>
              <a:t>Order Proof</a:t>
            </a:r>
            <a:endParaRPr/>
          </a:p>
        </p:txBody>
      </p:sp>
      <p:pic>
        <p:nvPicPr>
          <p:cNvPr descr="Graphical user interface, text, application, email&#10;&#10;Description automatically generated" id="340" name="Google Shape;340;p17"/>
          <p:cNvPicPr preferRelativeResize="0"/>
          <p:nvPr/>
        </p:nvPicPr>
        <p:blipFill rotWithShape="1">
          <a:blip r:embed="rId3">
            <a:alphaModFix/>
          </a:blip>
          <a:srcRect b="0" l="0" r="0" t="0"/>
          <a:stretch/>
        </p:blipFill>
        <p:spPr>
          <a:xfrm>
            <a:off x="1075878" y="1422271"/>
            <a:ext cx="10040243" cy="4618512"/>
          </a:xfrm>
          <a:prstGeom prst="rect">
            <a:avLst/>
          </a:prstGeom>
          <a:noFill/>
          <a:ln>
            <a:noFill/>
          </a:ln>
        </p:spPr>
      </p:pic>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8"/>
          <p:cNvSpPr txBox="1"/>
          <p:nvPr>
            <p:ph idx="12" type="sldNum"/>
          </p:nvPr>
        </p:nvSpPr>
        <p:spPr>
          <a:xfrm>
            <a:off x="11753512" y="6484937"/>
            <a:ext cx="419776"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7" name="Google Shape;347;p18"/>
          <p:cNvSpPr/>
          <p:nvPr/>
        </p:nvSpPr>
        <p:spPr>
          <a:xfrm>
            <a:off x="0" y="0"/>
            <a:ext cx="12377530" cy="6858000"/>
          </a:xfrm>
          <a:prstGeom prst="rect">
            <a:avLst/>
          </a:prstGeom>
          <a:gradFill>
            <a:gsLst>
              <a:gs pos="0">
                <a:srgbClr val="000000">
                  <a:alpha val="52941"/>
                </a:srgbClr>
              </a:gs>
              <a:gs pos="97000">
                <a:srgbClr val="000000">
                  <a:alpha val="0"/>
                </a:srgbClr>
              </a:gs>
              <a:gs pos="100000">
                <a:srgbClr val="000000">
                  <a:alpha val="0"/>
                </a:srgbClr>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348" name="Google Shape;348;p18"/>
          <p:cNvSpPr txBox="1"/>
          <p:nvPr>
            <p:ph idx="1" type="body"/>
          </p:nvPr>
        </p:nvSpPr>
        <p:spPr>
          <a:xfrm>
            <a:off x="2796962" y="131343"/>
            <a:ext cx="5499792" cy="1583157"/>
          </a:xfrm>
          <a:prstGeom prst="rect">
            <a:avLst/>
          </a:prstGeom>
          <a:noFill/>
          <a:ln>
            <a:noFill/>
          </a:ln>
        </p:spPr>
        <p:txBody>
          <a:bodyPr anchorCtr="0" anchor="t" bIns="45700" lIns="146300" spcFirstLastPara="1" rIns="146300" wrap="square" tIns="45700">
            <a:spAutoFit/>
          </a:bodyPr>
          <a:lstStyle/>
          <a:p>
            <a:pPr indent="0" lvl="0" marL="0" rtl="0" algn="ctr">
              <a:lnSpc>
                <a:spcPct val="90000"/>
              </a:lnSpc>
              <a:spcBef>
                <a:spcPts val="0"/>
              </a:spcBef>
              <a:spcAft>
                <a:spcPts val="0"/>
              </a:spcAft>
              <a:buClr>
                <a:schemeClr val="accent4"/>
              </a:buClr>
              <a:buSzPts val="5400"/>
              <a:buNone/>
            </a:pPr>
            <a:r>
              <a:rPr lang="en-US"/>
              <a:t>Order Proof</a:t>
            </a:r>
            <a:endParaRPr/>
          </a:p>
        </p:txBody>
      </p:sp>
      <p:pic>
        <p:nvPicPr>
          <p:cNvPr descr="Graphical user interface, text, application&#10;&#10;Description automatically generated" id="349" name="Google Shape;349;p18"/>
          <p:cNvPicPr preferRelativeResize="0"/>
          <p:nvPr/>
        </p:nvPicPr>
        <p:blipFill rotWithShape="1">
          <a:blip r:embed="rId3">
            <a:alphaModFix/>
          </a:blip>
          <a:srcRect b="0" l="0" r="0" t="0"/>
          <a:stretch/>
        </p:blipFill>
        <p:spPr>
          <a:xfrm>
            <a:off x="1433675" y="1438789"/>
            <a:ext cx="8946719" cy="4339159"/>
          </a:xfrm>
          <a:prstGeom prst="rect">
            <a:avLst/>
          </a:prstGeom>
          <a:noFill/>
          <a:ln>
            <a:noFill/>
          </a:ln>
        </p:spPr>
      </p:pic>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19"/>
          <p:cNvSpPr txBox="1"/>
          <p:nvPr>
            <p:ph idx="12" type="sldNum"/>
          </p:nvPr>
        </p:nvSpPr>
        <p:spPr>
          <a:xfrm>
            <a:off x="11753512" y="6484937"/>
            <a:ext cx="419776"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56" name="Google Shape;356;p19"/>
          <p:cNvSpPr/>
          <p:nvPr/>
        </p:nvSpPr>
        <p:spPr>
          <a:xfrm>
            <a:off x="0" y="0"/>
            <a:ext cx="12377530" cy="6858000"/>
          </a:xfrm>
          <a:prstGeom prst="rect">
            <a:avLst/>
          </a:prstGeom>
          <a:gradFill>
            <a:gsLst>
              <a:gs pos="0">
                <a:srgbClr val="000000">
                  <a:alpha val="52941"/>
                </a:srgbClr>
              </a:gs>
              <a:gs pos="97000">
                <a:srgbClr val="000000">
                  <a:alpha val="0"/>
                </a:srgbClr>
              </a:gs>
              <a:gs pos="100000">
                <a:srgbClr val="000000">
                  <a:alpha val="0"/>
                </a:srgbClr>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357" name="Google Shape;357;p19"/>
          <p:cNvSpPr txBox="1"/>
          <p:nvPr>
            <p:ph idx="1" type="body"/>
          </p:nvPr>
        </p:nvSpPr>
        <p:spPr>
          <a:xfrm>
            <a:off x="2796962" y="131343"/>
            <a:ext cx="5499792" cy="1583157"/>
          </a:xfrm>
          <a:prstGeom prst="rect">
            <a:avLst/>
          </a:prstGeom>
          <a:noFill/>
          <a:ln>
            <a:noFill/>
          </a:ln>
        </p:spPr>
        <p:txBody>
          <a:bodyPr anchorCtr="0" anchor="t" bIns="45700" lIns="146300" spcFirstLastPara="1" rIns="146300" wrap="square" tIns="45700">
            <a:spAutoFit/>
          </a:bodyPr>
          <a:lstStyle/>
          <a:p>
            <a:pPr indent="0" lvl="0" marL="0" rtl="0" algn="ctr">
              <a:lnSpc>
                <a:spcPct val="90000"/>
              </a:lnSpc>
              <a:spcBef>
                <a:spcPts val="0"/>
              </a:spcBef>
              <a:spcAft>
                <a:spcPts val="0"/>
              </a:spcAft>
              <a:buClr>
                <a:schemeClr val="accent4"/>
              </a:buClr>
              <a:buSzPts val="5400"/>
              <a:buNone/>
            </a:pPr>
            <a:r>
              <a:rPr lang="en-US"/>
              <a:t>Order Proof</a:t>
            </a:r>
            <a:endParaRPr/>
          </a:p>
        </p:txBody>
      </p:sp>
      <p:pic>
        <p:nvPicPr>
          <p:cNvPr id="358" name="Google Shape;358;p19"/>
          <p:cNvPicPr preferRelativeResize="0"/>
          <p:nvPr/>
        </p:nvPicPr>
        <p:blipFill rotWithShape="1">
          <a:blip r:embed="rId3">
            <a:alphaModFix/>
          </a:blip>
          <a:srcRect b="0" l="0" r="0" t="0"/>
          <a:stretch/>
        </p:blipFill>
        <p:spPr>
          <a:xfrm>
            <a:off x="1214437" y="2338387"/>
            <a:ext cx="9763125" cy="2181225"/>
          </a:xfrm>
          <a:prstGeom prst="rect">
            <a:avLst/>
          </a:prstGeom>
          <a:noFill/>
          <a:ln>
            <a:noFill/>
          </a:ln>
        </p:spPr>
      </p:pic>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0"/>
          <p:cNvSpPr txBox="1"/>
          <p:nvPr>
            <p:ph idx="12" type="sldNum"/>
          </p:nvPr>
        </p:nvSpPr>
        <p:spPr>
          <a:xfrm>
            <a:off x="11753512" y="6484937"/>
            <a:ext cx="419776"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5" name="Google Shape;365;p20"/>
          <p:cNvSpPr/>
          <p:nvPr/>
        </p:nvSpPr>
        <p:spPr>
          <a:xfrm>
            <a:off x="0" y="0"/>
            <a:ext cx="12377530" cy="6858000"/>
          </a:xfrm>
          <a:prstGeom prst="rect">
            <a:avLst/>
          </a:prstGeom>
          <a:gradFill>
            <a:gsLst>
              <a:gs pos="0">
                <a:srgbClr val="000000">
                  <a:alpha val="52941"/>
                </a:srgbClr>
              </a:gs>
              <a:gs pos="97000">
                <a:srgbClr val="000000">
                  <a:alpha val="0"/>
                </a:srgbClr>
              </a:gs>
              <a:gs pos="100000">
                <a:srgbClr val="000000">
                  <a:alpha val="0"/>
                </a:srgbClr>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366" name="Google Shape;366;p20"/>
          <p:cNvSpPr txBox="1"/>
          <p:nvPr>
            <p:ph idx="1" type="body"/>
          </p:nvPr>
        </p:nvSpPr>
        <p:spPr>
          <a:xfrm>
            <a:off x="2796962" y="131343"/>
            <a:ext cx="5499792" cy="1583157"/>
          </a:xfrm>
          <a:prstGeom prst="rect">
            <a:avLst/>
          </a:prstGeom>
          <a:noFill/>
          <a:ln>
            <a:noFill/>
          </a:ln>
        </p:spPr>
        <p:txBody>
          <a:bodyPr anchorCtr="0" anchor="t" bIns="45700" lIns="146300" spcFirstLastPara="1" rIns="146300" wrap="square" tIns="45700">
            <a:spAutoFit/>
          </a:bodyPr>
          <a:lstStyle/>
          <a:p>
            <a:pPr indent="0" lvl="0" marL="0" rtl="0" algn="ctr">
              <a:lnSpc>
                <a:spcPct val="90000"/>
              </a:lnSpc>
              <a:spcBef>
                <a:spcPts val="0"/>
              </a:spcBef>
              <a:spcAft>
                <a:spcPts val="0"/>
              </a:spcAft>
              <a:buClr>
                <a:schemeClr val="accent4"/>
              </a:buClr>
              <a:buSzPts val="5400"/>
              <a:buNone/>
            </a:pPr>
            <a:r>
              <a:rPr lang="en-US"/>
              <a:t>Order Proof</a:t>
            </a:r>
            <a:endParaRPr/>
          </a:p>
        </p:txBody>
      </p:sp>
      <p:pic>
        <p:nvPicPr>
          <p:cNvPr id="367" name="Google Shape;367;p20"/>
          <p:cNvPicPr preferRelativeResize="0"/>
          <p:nvPr/>
        </p:nvPicPr>
        <p:blipFill rotWithShape="1">
          <a:blip r:embed="rId3">
            <a:alphaModFix/>
          </a:blip>
          <a:srcRect b="0" l="0" r="0" t="0"/>
          <a:stretch/>
        </p:blipFill>
        <p:spPr>
          <a:xfrm>
            <a:off x="2857500" y="1071562"/>
            <a:ext cx="6477000" cy="4714875"/>
          </a:xfrm>
          <a:prstGeom prst="rect">
            <a:avLst/>
          </a:prstGeom>
          <a:noFill/>
          <a:ln>
            <a:noFill/>
          </a:ln>
        </p:spPr>
      </p:pic>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1"/>
          <p:cNvSpPr txBox="1"/>
          <p:nvPr>
            <p:ph idx="12" type="sldNum"/>
          </p:nvPr>
        </p:nvSpPr>
        <p:spPr>
          <a:xfrm>
            <a:off x="11753512" y="6484937"/>
            <a:ext cx="419776"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74" name="Google Shape;374;p21"/>
          <p:cNvSpPr/>
          <p:nvPr/>
        </p:nvSpPr>
        <p:spPr>
          <a:xfrm>
            <a:off x="18712" y="-7938"/>
            <a:ext cx="12377530" cy="6858000"/>
          </a:xfrm>
          <a:prstGeom prst="rect">
            <a:avLst/>
          </a:prstGeom>
          <a:gradFill>
            <a:gsLst>
              <a:gs pos="0">
                <a:srgbClr val="000000">
                  <a:alpha val="52941"/>
                </a:srgbClr>
              </a:gs>
              <a:gs pos="97000">
                <a:srgbClr val="000000">
                  <a:alpha val="0"/>
                </a:srgbClr>
              </a:gs>
              <a:gs pos="100000">
                <a:srgbClr val="000000">
                  <a:alpha val="0"/>
                </a:srgbClr>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375" name="Google Shape;375;p21"/>
          <p:cNvSpPr txBox="1"/>
          <p:nvPr>
            <p:ph idx="1" type="body"/>
          </p:nvPr>
        </p:nvSpPr>
        <p:spPr>
          <a:xfrm>
            <a:off x="224678" y="2703627"/>
            <a:ext cx="5499792" cy="1583157"/>
          </a:xfrm>
          <a:prstGeom prst="rect">
            <a:avLst/>
          </a:prstGeom>
          <a:noFill/>
          <a:ln>
            <a:noFill/>
          </a:ln>
        </p:spPr>
        <p:txBody>
          <a:bodyPr anchorCtr="0" anchor="t" bIns="45700" lIns="146300" spcFirstLastPara="1" rIns="146300" wrap="square" tIns="45700">
            <a:spAutoFit/>
          </a:bodyPr>
          <a:lstStyle/>
          <a:p>
            <a:pPr indent="0" lvl="0" marL="0" rtl="0" algn="ctr">
              <a:lnSpc>
                <a:spcPct val="90000"/>
              </a:lnSpc>
              <a:spcBef>
                <a:spcPts val="0"/>
              </a:spcBef>
              <a:spcAft>
                <a:spcPts val="0"/>
              </a:spcAft>
              <a:buClr>
                <a:schemeClr val="accent4"/>
              </a:buClr>
              <a:buSzPts val="5400"/>
              <a:buNone/>
            </a:pPr>
            <a:r>
              <a:rPr lang="en-US"/>
              <a:t>Order Proof</a:t>
            </a:r>
            <a:endParaRPr/>
          </a:p>
        </p:txBody>
      </p:sp>
      <p:pic>
        <p:nvPicPr>
          <p:cNvPr descr="May be an image of text that says '11:29 35% Contracts W-8BEN form to withdraw money. Earnings available now: $0.00 Active Contracts Search contracts Facebook and Instagram expert. Hired by: Joe Active: No time logged yet $5.00/hr, 40 hrs weekly limit Feb 28 Present See Timesheet View All Contracts Direct contracts Create simple contracts with your non-Upwork clients, protected in escrow, leading to quick payment. Create and view your Direct Contracts Q Jobs Proposals Contracts Messages Alerts'" id="376" name="Google Shape;376;p21"/>
          <p:cNvPicPr preferRelativeResize="0"/>
          <p:nvPr/>
        </p:nvPicPr>
        <p:blipFill rotWithShape="1">
          <a:blip r:embed="rId3">
            <a:alphaModFix/>
          </a:blip>
          <a:srcRect b="0" l="0" r="0" t="0"/>
          <a:stretch/>
        </p:blipFill>
        <p:spPr>
          <a:xfrm>
            <a:off x="7161376" y="-7938"/>
            <a:ext cx="3627597" cy="6858000"/>
          </a:xfrm>
          <a:prstGeom prst="rect">
            <a:avLst/>
          </a:prstGeom>
          <a:noFill/>
          <a:ln>
            <a:noFill/>
          </a:ln>
        </p:spPr>
      </p:pic>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2"/>
          <p:cNvSpPr txBox="1"/>
          <p:nvPr>
            <p:ph idx="12" type="sldNum"/>
          </p:nvPr>
        </p:nvSpPr>
        <p:spPr>
          <a:xfrm>
            <a:off x="11753512" y="6484937"/>
            <a:ext cx="419776"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83" name="Google Shape;383;p22"/>
          <p:cNvSpPr/>
          <p:nvPr/>
        </p:nvSpPr>
        <p:spPr>
          <a:xfrm>
            <a:off x="18712" y="-7938"/>
            <a:ext cx="12377530" cy="6858000"/>
          </a:xfrm>
          <a:prstGeom prst="rect">
            <a:avLst/>
          </a:prstGeom>
          <a:gradFill>
            <a:gsLst>
              <a:gs pos="0">
                <a:srgbClr val="000000">
                  <a:alpha val="52941"/>
                </a:srgbClr>
              </a:gs>
              <a:gs pos="97000">
                <a:srgbClr val="000000">
                  <a:alpha val="0"/>
                </a:srgbClr>
              </a:gs>
              <a:gs pos="100000">
                <a:srgbClr val="000000">
                  <a:alpha val="0"/>
                </a:srgbClr>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384" name="Google Shape;384;p22"/>
          <p:cNvSpPr txBox="1"/>
          <p:nvPr>
            <p:ph idx="1" type="body"/>
          </p:nvPr>
        </p:nvSpPr>
        <p:spPr>
          <a:xfrm>
            <a:off x="224678" y="2703627"/>
            <a:ext cx="5499792" cy="1583157"/>
          </a:xfrm>
          <a:prstGeom prst="rect">
            <a:avLst/>
          </a:prstGeom>
          <a:noFill/>
          <a:ln>
            <a:noFill/>
          </a:ln>
        </p:spPr>
        <p:txBody>
          <a:bodyPr anchorCtr="0" anchor="t" bIns="45700" lIns="146300" spcFirstLastPara="1" rIns="146300" wrap="square" tIns="45700">
            <a:spAutoFit/>
          </a:bodyPr>
          <a:lstStyle/>
          <a:p>
            <a:pPr indent="0" lvl="0" marL="0" rtl="0" algn="ctr">
              <a:lnSpc>
                <a:spcPct val="90000"/>
              </a:lnSpc>
              <a:spcBef>
                <a:spcPts val="0"/>
              </a:spcBef>
              <a:spcAft>
                <a:spcPts val="0"/>
              </a:spcAft>
              <a:buClr>
                <a:schemeClr val="accent4"/>
              </a:buClr>
              <a:buSzPts val="5400"/>
              <a:buNone/>
            </a:pPr>
            <a:r>
              <a:rPr lang="en-US"/>
              <a:t>Order Proof</a:t>
            </a:r>
            <a:endParaRPr/>
          </a:p>
        </p:txBody>
      </p:sp>
      <p:pic>
        <p:nvPicPr>
          <p:cNvPr descr="Graphical user interface, text, application&#10;&#10;Description automatically generated" id="385" name="Google Shape;385;p22"/>
          <p:cNvPicPr preferRelativeResize="0"/>
          <p:nvPr/>
        </p:nvPicPr>
        <p:blipFill rotWithShape="1">
          <a:blip r:embed="rId3">
            <a:alphaModFix/>
          </a:blip>
          <a:srcRect b="0" l="0" r="0" t="0"/>
          <a:stretch/>
        </p:blipFill>
        <p:spPr>
          <a:xfrm>
            <a:off x="6467532" y="7938"/>
            <a:ext cx="3983975" cy="6858000"/>
          </a:xfrm>
          <a:prstGeom prst="rect">
            <a:avLst/>
          </a:prstGeom>
          <a:noFill/>
          <a:ln>
            <a:noFill/>
          </a:ln>
        </p:spPr>
      </p:pic>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pic>
        <p:nvPicPr>
          <p:cNvPr id="394" name="Google Shape;394;p23"/>
          <p:cNvPicPr preferRelativeResize="0"/>
          <p:nvPr>
            <p:ph idx="2" type="pic"/>
          </p:nvPr>
        </p:nvPicPr>
        <p:blipFill/>
        <p:spPr>
          <a:xfrm>
            <a:off x="6129304" y="0"/>
            <a:ext cx="6062696" cy="6856100"/>
          </a:xfrm>
          <a:prstGeom prst="rect">
            <a:avLst/>
          </a:prstGeom>
          <a:blipFill rotWithShape="1">
            <a:blip r:embed="rId3">
              <a:alphaModFix/>
            </a:blip>
            <a:stretch>
              <a:fillRect b="0" l="0" r="0" t="0"/>
            </a:stretch>
          </a:blipFill>
          <a:ln>
            <a:noFill/>
          </a:ln>
        </p:spPr>
      </p:pic>
      <p:sp>
        <p:nvSpPr>
          <p:cNvPr id="395" name="Google Shape;395;p23"/>
          <p:cNvSpPr txBox="1"/>
          <p:nvPr>
            <p:ph idx="12" type="sldNum"/>
          </p:nvPr>
        </p:nvSpPr>
        <p:spPr>
          <a:xfrm>
            <a:off x="11766616" y="6492875"/>
            <a:ext cx="39356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6" name="Google Shape;396;p23"/>
          <p:cNvSpPr txBox="1"/>
          <p:nvPr>
            <p:ph idx="3" type="body"/>
          </p:nvPr>
        </p:nvSpPr>
        <p:spPr>
          <a:xfrm>
            <a:off x="1425079" y="377157"/>
            <a:ext cx="3279147" cy="1588127"/>
          </a:xfrm>
          <a:prstGeom prst="rect">
            <a:avLst/>
          </a:prstGeom>
          <a:noFill/>
          <a:ln>
            <a:noFill/>
          </a:ln>
        </p:spPr>
        <p:txBody>
          <a:bodyPr anchorCtr="0" anchor="t" bIns="45700" lIns="146300" spcFirstLastPara="1" rIns="146300" wrap="square" tIns="45700">
            <a:spAutoFit/>
          </a:bodyPr>
          <a:lstStyle/>
          <a:p>
            <a:pPr indent="0" lvl="0" marL="0" rtl="0" algn="ctr">
              <a:lnSpc>
                <a:spcPct val="90000"/>
              </a:lnSpc>
              <a:spcBef>
                <a:spcPts val="0"/>
              </a:spcBef>
              <a:spcAft>
                <a:spcPts val="0"/>
              </a:spcAft>
              <a:buClr>
                <a:schemeClr val="accent4"/>
              </a:buClr>
              <a:buSzPts val="5400"/>
              <a:buNone/>
            </a:pPr>
            <a:r>
              <a:rPr lang="en-US"/>
              <a:t>Contact</a:t>
            </a:r>
            <a:endParaRPr/>
          </a:p>
        </p:txBody>
      </p:sp>
      <p:sp>
        <p:nvSpPr>
          <p:cNvPr id="397" name="Google Shape;397;p23"/>
          <p:cNvSpPr txBox="1"/>
          <p:nvPr>
            <p:ph idx="4" type="body"/>
          </p:nvPr>
        </p:nvSpPr>
        <p:spPr>
          <a:xfrm>
            <a:off x="0" y="1554163"/>
            <a:ext cx="6129304" cy="535531"/>
          </a:xfrm>
          <a:prstGeom prst="rect">
            <a:avLst/>
          </a:prstGeom>
          <a:noFill/>
          <a:ln>
            <a:noFill/>
          </a:ln>
        </p:spPr>
        <p:txBody>
          <a:bodyPr anchorCtr="0" anchor="t" bIns="45700" lIns="91425" spcFirstLastPara="1" rIns="91425" wrap="square" tIns="45700">
            <a:spAutoFit/>
          </a:bodyPr>
          <a:lstStyle/>
          <a:p>
            <a:pPr indent="0" lvl="0" marL="0" rtl="0" algn="ctr">
              <a:lnSpc>
                <a:spcPct val="90000"/>
              </a:lnSpc>
              <a:spcBef>
                <a:spcPts val="0"/>
              </a:spcBef>
              <a:spcAft>
                <a:spcPts val="0"/>
              </a:spcAft>
              <a:buClr>
                <a:schemeClr val="dk1"/>
              </a:buClr>
              <a:buSzPts val="3600"/>
              <a:buNone/>
            </a:pPr>
            <a:r>
              <a:t/>
            </a:r>
            <a:endParaRPr/>
          </a:p>
        </p:txBody>
      </p:sp>
      <p:sp>
        <p:nvSpPr>
          <p:cNvPr id="398" name="Google Shape;398;p23"/>
          <p:cNvSpPr txBox="1"/>
          <p:nvPr>
            <p:ph idx="1" type="body"/>
          </p:nvPr>
        </p:nvSpPr>
        <p:spPr>
          <a:xfrm>
            <a:off x="0" y="3429000"/>
            <a:ext cx="6129304" cy="2754087"/>
          </a:xfrm>
          <a:prstGeom prst="rect">
            <a:avLst/>
          </a:prstGeom>
          <a:noFill/>
          <a:ln>
            <a:noFill/>
          </a:ln>
        </p:spPr>
        <p:txBody>
          <a:bodyPr anchorCtr="0" anchor="t" bIns="45700" lIns="91425" spcFirstLastPara="1" rIns="91425" wrap="square" tIns="45700">
            <a:spAutoFit/>
          </a:bodyPr>
          <a:lstStyle/>
          <a:p>
            <a:pPr indent="0" lvl="0" marL="0" rtl="0" algn="ctr">
              <a:lnSpc>
                <a:spcPct val="90000"/>
              </a:lnSpc>
              <a:spcBef>
                <a:spcPts val="0"/>
              </a:spcBef>
              <a:spcAft>
                <a:spcPts val="0"/>
              </a:spcAft>
              <a:buClr>
                <a:schemeClr val="dk2"/>
              </a:buClr>
              <a:buSzPts val="3600"/>
              <a:buNone/>
            </a:pPr>
            <a:r>
              <a:t/>
            </a:r>
            <a:endParaRPr/>
          </a:p>
        </p:txBody>
      </p:sp>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Storybuilding Neal Creative">
  <a:themeElements>
    <a:clrScheme name="Neal Analytics 2">
      <a:dk1>
        <a:srgbClr val="000000"/>
      </a:dk1>
      <a:lt1>
        <a:srgbClr val="FFFFFF"/>
      </a:lt1>
      <a:dk2>
        <a:srgbClr val="0074AF"/>
      </a:dk2>
      <a:lt2>
        <a:srgbClr val="00B0F0"/>
      </a:lt2>
      <a:accent1>
        <a:srgbClr val="75D1FF"/>
      </a:accent1>
      <a:accent2>
        <a:srgbClr val="004568"/>
      </a:accent2>
      <a:accent3>
        <a:srgbClr val="92D050"/>
      </a:accent3>
      <a:accent4>
        <a:srgbClr val="FFC000"/>
      </a:accent4>
      <a:accent5>
        <a:srgbClr val="004568"/>
      </a:accent5>
      <a:accent6>
        <a:srgbClr val="0074AF"/>
      </a:accent6>
      <a:hlink>
        <a:srgbClr val="43C0FF"/>
      </a:hlink>
      <a:folHlink>
        <a:srgbClr val="75D1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orybuilding Neal Creative">
  <a:themeElements>
    <a:clrScheme name="Neal Analytics 2">
      <a:dk1>
        <a:srgbClr val="000000"/>
      </a:dk1>
      <a:lt1>
        <a:srgbClr val="FFFFFF"/>
      </a:lt1>
      <a:dk2>
        <a:srgbClr val="0074AF"/>
      </a:dk2>
      <a:lt2>
        <a:srgbClr val="00B0F0"/>
      </a:lt2>
      <a:accent1>
        <a:srgbClr val="75D1FF"/>
      </a:accent1>
      <a:accent2>
        <a:srgbClr val="004568"/>
      </a:accent2>
      <a:accent3>
        <a:srgbClr val="92D050"/>
      </a:accent3>
      <a:accent4>
        <a:srgbClr val="FFC000"/>
      </a:accent4>
      <a:accent5>
        <a:srgbClr val="004568"/>
      </a:accent5>
      <a:accent6>
        <a:srgbClr val="0074AF"/>
      </a:accent6>
      <a:hlink>
        <a:srgbClr val="43C0FF"/>
      </a:hlink>
      <a:folHlink>
        <a:srgbClr val="75D1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2022-02-13T09:16:15Z</dcterms:created>
  <dc:creator>Hizbullah atik Siddique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