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28"/>
  </p:notesMasterIdLst>
  <p:sldIdLst>
    <p:sldId id="304" r:id="rId5"/>
    <p:sldId id="314" r:id="rId6"/>
    <p:sldId id="288" r:id="rId7"/>
    <p:sldId id="258" r:id="rId8"/>
    <p:sldId id="317" r:id="rId9"/>
    <p:sldId id="318" r:id="rId10"/>
    <p:sldId id="319" r:id="rId11"/>
    <p:sldId id="320" r:id="rId12"/>
    <p:sldId id="321" r:id="rId13"/>
    <p:sldId id="322" r:id="rId14"/>
    <p:sldId id="323" r:id="rId15"/>
    <p:sldId id="324" r:id="rId16"/>
    <p:sldId id="325" r:id="rId17"/>
    <p:sldId id="326" r:id="rId18"/>
    <p:sldId id="327" r:id="rId19"/>
    <p:sldId id="328" r:id="rId20"/>
    <p:sldId id="329" r:id="rId21"/>
    <p:sldId id="330" r:id="rId22"/>
    <p:sldId id="331" r:id="rId23"/>
    <p:sldId id="332" r:id="rId24"/>
    <p:sldId id="333" r:id="rId25"/>
    <p:sldId id="334" r:id="rId26"/>
    <p:sldId id="305" r:id="rId2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3750" autoAdjust="0"/>
  </p:normalViewPr>
  <p:slideViewPr>
    <p:cSldViewPr snapToGrid="0">
      <p:cViewPr varScale="1">
        <p:scale>
          <a:sx n="108" d="100"/>
          <a:sy n="108" d="100"/>
        </p:scale>
        <p:origin x="714" y="96"/>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customXml" Target="../customXml/item3.xml"/><Relationship Id="rId21" Type="http://schemas.openxmlformats.org/officeDocument/2006/relationships/slide" Target="slides/slide17.xml"/><Relationship Id="rId34" Type="http://schemas.microsoft.com/office/2018/10/relationships/authors" Target="author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tableStyles" Target="tableStyle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commentAuthors" Target="commentAuthor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theme" Target="theme/theme1.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presProps" Target="presProps.xml"/><Relationship Id="rId8"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4/11/2022</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dirty="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3</a:t>
            </a:fld>
            <a:endParaRPr lang="en-US" dirty="0"/>
          </a:p>
        </p:txBody>
      </p:sp>
    </p:spTree>
    <p:extLst>
      <p:ext uri="{BB962C8B-B14F-4D97-AF65-F5344CB8AC3E}">
        <p14:creationId xmlns:p14="http://schemas.microsoft.com/office/powerpoint/2010/main" val="20850117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4</a:t>
            </a:fld>
            <a:endParaRPr lang="en-US" dirty="0"/>
          </a:p>
        </p:txBody>
      </p:sp>
    </p:spTree>
    <p:extLst>
      <p:ext uri="{BB962C8B-B14F-4D97-AF65-F5344CB8AC3E}">
        <p14:creationId xmlns:p14="http://schemas.microsoft.com/office/powerpoint/2010/main" val="327875597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5</a:t>
            </a:fld>
            <a:endParaRPr lang="en-US" dirty="0"/>
          </a:p>
        </p:txBody>
      </p:sp>
    </p:spTree>
    <p:extLst>
      <p:ext uri="{BB962C8B-B14F-4D97-AF65-F5344CB8AC3E}">
        <p14:creationId xmlns:p14="http://schemas.microsoft.com/office/powerpoint/2010/main" val="320019115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6</a:t>
            </a:fld>
            <a:endParaRPr lang="en-US" dirty="0"/>
          </a:p>
        </p:txBody>
      </p:sp>
    </p:spTree>
    <p:extLst>
      <p:ext uri="{BB962C8B-B14F-4D97-AF65-F5344CB8AC3E}">
        <p14:creationId xmlns:p14="http://schemas.microsoft.com/office/powerpoint/2010/main" val="300095142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7</a:t>
            </a:fld>
            <a:endParaRPr lang="en-US" dirty="0"/>
          </a:p>
        </p:txBody>
      </p:sp>
    </p:spTree>
    <p:extLst>
      <p:ext uri="{BB962C8B-B14F-4D97-AF65-F5344CB8AC3E}">
        <p14:creationId xmlns:p14="http://schemas.microsoft.com/office/powerpoint/2010/main" val="118458506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8</a:t>
            </a:fld>
            <a:endParaRPr lang="en-US" dirty="0"/>
          </a:p>
        </p:txBody>
      </p:sp>
    </p:spTree>
    <p:extLst>
      <p:ext uri="{BB962C8B-B14F-4D97-AF65-F5344CB8AC3E}">
        <p14:creationId xmlns:p14="http://schemas.microsoft.com/office/powerpoint/2010/main" val="113724067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9</a:t>
            </a:fld>
            <a:endParaRPr lang="en-US" dirty="0"/>
          </a:p>
        </p:txBody>
      </p:sp>
    </p:spTree>
    <p:extLst>
      <p:ext uri="{BB962C8B-B14F-4D97-AF65-F5344CB8AC3E}">
        <p14:creationId xmlns:p14="http://schemas.microsoft.com/office/powerpoint/2010/main" val="48411286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10</a:t>
            </a:fld>
            <a:endParaRPr lang="en-US" dirty="0"/>
          </a:p>
        </p:txBody>
      </p:sp>
    </p:spTree>
    <p:extLst>
      <p:ext uri="{BB962C8B-B14F-4D97-AF65-F5344CB8AC3E}">
        <p14:creationId xmlns:p14="http://schemas.microsoft.com/office/powerpoint/2010/main" val="287873910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11</a:t>
            </a:fld>
            <a:endParaRPr lang="en-US" dirty="0"/>
          </a:p>
        </p:txBody>
      </p:sp>
    </p:spTree>
    <p:extLst>
      <p:ext uri="{BB962C8B-B14F-4D97-AF65-F5344CB8AC3E}">
        <p14:creationId xmlns:p14="http://schemas.microsoft.com/office/powerpoint/2010/main" val="234398938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12</a:t>
            </a:fld>
            <a:endParaRPr lang="en-US" dirty="0"/>
          </a:p>
        </p:txBody>
      </p:sp>
    </p:spTree>
    <p:extLst>
      <p:ext uri="{BB962C8B-B14F-4D97-AF65-F5344CB8AC3E}">
        <p14:creationId xmlns:p14="http://schemas.microsoft.com/office/powerpoint/2010/main" val="18895537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13</a:t>
            </a:fld>
            <a:endParaRPr lang="en-US" dirty="0"/>
          </a:p>
        </p:txBody>
      </p:sp>
    </p:spTree>
    <p:extLst>
      <p:ext uri="{BB962C8B-B14F-4D97-AF65-F5344CB8AC3E}">
        <p14:creationId xmlns:p14="http://schemas.microsoft.com/office/powerpoint/2010/main" val="384281348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14</a:t>
            </a:fld>
            <a:endParaRPr lang="en-US" dirty="0"/>
          </a:p>
        </p:txBody>
      </p:sp>
    </p:spTree>
    <p:extLst>
      <p:ext uri="{BB962C8B-B14F-4D97-AF65-F5344CB8AC3E}">
        <p14:creationId xmlns:p14="http://schemas.microsoft.com/office/powerpoint/2010/main" val="1284471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15</a:t>
            </a:fld>
            <a:endParaRPr lang="en-US" dirty="0"/>
          </a:p>
        </p:txBody>
      </p:sp>
    </p:spTree>
    <p:extLst>
      <p:ext uri="{BB962C8B-B14F-4D97-AF65-F5344CB8AC3E}">
        <p14:creationId xmlns:p14="http://schemas.microsoft.com/office/powerpoint/2010/main" val="56624307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16</a:t>
            </a:fld>
            <a:endParaRPr lang="en-US" dirty="0"/>
          </a:p>
        </p:txBody>
      </p:sp>
    </p:spTree>
    <p:extLst>
      <p:ext uri="{BB962C8B-B14F-4D97-AF65-F5344CB8AC3E}">
        <p14:creationId xmlns:p14="http://schemas.microsoft.com/office/powerpoint/2010/main" val="354570786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17</a:t>
            </a:fld>
            <a:endParaRPr lang="en-US" dirty="0"/>
          </a:p>
        </p:txBody>
      </p:sp>
    </p:spTree>
    <p:extLst>
      <p:ext uri="{BB962C8B-B14F-4D97-AF65-F5344CB8AC3E}">
        <p14:creationId xmlns:p14="http://schemas.microsoft.com/office/powerpoint/2010/main" val="188080456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18</a:t>
            </a:fld>
            <a:endParaRPr lang="en-US" dirty="0"/>
          </a:p>
        </p:txBody>
      </p:sp>
    </p:spTree>
    <p:extLst>
      <p:ext uri="{BB962C8B-B14F-4D97-AF65-F5344CB8AC3E}">
        <p14:creationId xmlns:p14="http://schemas.microsoft.com/office/powerpoint/2010/main" val="259354086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19</a:t>
            </a:fld>
            <a:endParaRPr lang="en-US" dirty="0"/>
          </a:p>
        </p:txBody>
      </p:sp>
    </p:spTree>
    <p:extLst>
      <p:ext uri="{BB962C8B-B14F-4D97-AF65-F5344CB8AC3E}">
        <p14:creationId xmlns:p14="http://schemas.microsoft.com/office/powerpoint/2010/main" val="97455084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20</a:t>
            </a:fld>
            <a:endParaRPr lang="en-US" dirty="0"/>
          </a:p>
        </p:txBody>
      </p:sp>
    </p:spTree>
    <p:extLst>
      <p:ext uri="{BB962C8B-B14F-4D97-AF65-F5344CB8AC3E}">
        <p14:creationId xmlns:p14="http://schemas.microsoft.com/office/powerpoint/2010/main" val="358496892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21</a:t>
            </a:fld>
            <a:endParaRPr lang="en-US" dirty="0"/>
          </a:p>
        </p:txBody>
      </p:sp>
    </p:spTree>
    <p:extLst>
      <p:ext uri="{BB962C8B-B14F-4D97-AF65-F5344CB8AC3E}">
        <p14:creationId xmlns:p14="http://schemas.microsoft.com/office/powerpoint/2010/main" val="26271356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22</a:t>
            </a:fld>
            <a:endParaRPr lang="en-US" dirty="0"/>
          </a:p>
        </p:txBody>
      </p:sp>
    </p:spTree>
    <p:extLst>
      <p:ext uri="{BB962C8B-B14F-4D97-AF65-F5344CB8AC3E}">
        <p14:creationId xmlns:p14="http://schemas.microsoft.com/office/powerpoint/2010/main" val="172346300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dirty="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dirty="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dirty="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dirty="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dirty="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dirty="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dirty="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dirty="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dirty="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dirty="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dirty="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dirty="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dirty="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dirty="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dirty="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dirty="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dirty="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dirty="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dirty="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dirty="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dirty="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dirty="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dirty="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dirty="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dirty="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dirty="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dirty="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dirty="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dirty="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dirty="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dirty="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dirty="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dirty="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dirty="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dirty="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dirty="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dirty="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dirty="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dirty="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dirty="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dirty="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dirty="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dirty="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dirty="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dirty="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dirty="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dirty="0"/>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2</a:t>
            </a:r>
            <a:endParaRPr lang="en-ZA" dirty="0"/>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3</a:t>
            </a:r>
            <a:endParaRPr lang="en-ZA" dirty="0"/>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4</a:t>
            </a:r>
            <a:endParaRPr lang="en-ZA" dirty="0"/>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dirty="0"/>
              <a:t>CLICK TO EDIT TITLE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dirty="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dirty="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dirty="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dirty="0"/>
              <a:t>Item Title</a:t>
            </a:r>
            <a:endParaRPr lang="en-ZA" dirty="0"/>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dirty="0"/>
              <a:t>Month, Year</a:t>
            </a:r>
            <a:endParaRPr lang="en-ZA" dirty="0"/>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dirty="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dirty="0"/>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dirty="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dirty="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dirty="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437376" y="1874520"/>
            <a:ext cx="4379976" cy="1547583"/>
          </a:xfrm>
        </p:spPr>
        <p:txBody>
          <a:bodyPr/>
          <a:lstStyle/>
          <a:p>
            <a:r>
              <a:rPr lang="en-US" dirty="0"/>
              <a:t>PITCH DECK</a:t>
            </a:r>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6437376" y="3483864"/>
            <a:ext cx="4379976" cy="613370"/>
          </a:xfrm>
        </p:spPr>
        <p:txBody>
          <a:bodyPr/>
          <a:lstStyle/>
          <a:p>
            <a:r>
              <a:rPr lang="en-US" dirty="0"/>
              <a:t>Mirjam Nilsson</a:t>
            </a:r>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19F29B-F233-48AF-8261-F33A4E079E3E}"/>
              </a:ext>
            </a:extLst>
          </p:cNvPr>
          <p:cNvSpPr>
            <a:spLocks noGrp="1"/>
          </p:cNvSpPr>
          <p:nvPr>
            <p:ph type="title"/>
          </p:nvPr>
        </p:nvSpPr>
        <p:spPr>
          <a:xfrm>
            <a:off x="838200" y="599090"/>
            <a:ext cx="4114800" cy="1325563"/>
          </a:xfrm>
        </p:spPr>
        <p:txBody>
          <a:bodyPr>
            <a:normAutofit/>
          </a:bodyPr>
          <a:lstStyle/>
          <a:p>
            <a:r>
              <a:rPr lang="en-ZA" dirty="0" err="1"/>
              <a:t>oUTLINE</a:t>
            </a:r>
            <a:endParaRPr lang="en-ZA" dirty="0"/>
          </a:p>
        </p:txBody>
      </p:sp>
      <p:sp>
        <p:nvSpPr>
          <p:cNvPr id="3" name="Subtitle 2">
            <a:extLst>
              <a:ext uri="{FF2B5EF4-FFF2-40B4-BE49-F238E27FC236}">
                <a16:creationId xmlns:a16="http://schemas.microsoft.com/office/drawing/2014/main" id="{35E3EA69-4E0E-41BD-8095-A124225A2647}"/>
              </a:ext>
            </a:extLst>
          </p:cNvPr>
          <p:cNvSpPr>
            <a:spLocks noGrp="1"/>
          </p:cNvSpPr>
          <p:nvPr>
            <p:ph type="body" sz="quarter" idx="13"/>
          </p:nvPr>
        </p:nvSpPr>
        <p:spPr>
          <a:xfrm>
            <a:off x="838200" y="2816352"/>
            <a:ext cx="4603812" cy="2779776"/>
          </a:xfrm>
        </p:spPr>
        <p:txBody>
          <a:bodyPr vert="horz" lIns="91440" tIns="45720" rIns="91440" bIns="45720" rtlCol="0" anchor="t">
            <a:normAutofit fontScale="25000" lnSpcReduction="20000"/>
          </a:bodyPr>
          <a:lstStyle/>
          <a:p>
            <a:pPr marL="1143000" indent="-1143000" rtl="0" fontAlgn="base">
              <a:spcBef>
                <a:spcPts val="0"/>
              </a:spcBef>
              <a:spcAft>
                <a:spcPts val="0"/>
              </a:spcAft>
              <a:buFont typeface="Wingdings" panose="05000000000000000000" pitchFamily="2" charset="2"/>
              <a:buChar char="v"/>
            </a:pPr>
            <a:r>
              <a:rPr lang="en-US" sz="11200" b="1" i="0" u="none" strike="noStrike" dirty="0">
                <a:solidFill>
                  <a:schemeClr val="tx2"/>
                </a:solidFill>
                <a:effectLst/>
                <a:latin typeface="Squada One"/>
              </a:rPr>
              <a:t>Cover Letter</a:t>
            </a:r>
            <a:endParaRPr lang="en-US" sz="11200" b="1" i="0" u="none" strike="noStrike" dirty="0">
              <a:solidFill>
                <a:schemeClr val="tx2"/>
              </a:solidFill>
              <a:effectLst/>
              <a:latin typeface="Noto Sans Symbols"/>
            </a:endParaRPr>
          </a:p>
          <a:p>
            <a:pPr marL="1143000" indent="-1143000" rtl="0" fontAlgn="base">
              <a:spcBef>
                <a:spcPts val="1000"/>
              </a:spcBef>
              <a:spcAft>
                <a:spcPts val="0"/>
              </a:spcAft>
              <a:buFont typeface="Wingdings" panose="05000000000000000000" pitchFamily="2" charset="2"/>
              <a:buChar char="v"/>
            </a:pPr>
            <a:r>
              <a:rPr lang="en-US" sz="11200" b="1" i="0" u="none" strike="noStrike" dirty="0">
                <a:solidFill>
                  <a:schemeClr val="tx2"/>
                </a:solidFill>
                <a:effectLst/>
                <a:latin typeface="Squada One"/>
              </a:rPr>
              <a:t>Results &amp; Analytics</a:t>
            </a:r>
            <a:endParaRPr lang="en-US" sz="11200" b="1" i="0" u="none" strike="noStrike" dirty="0">
              <a:solidFill>
                <a:schemeClr val="tx2"/>
              </a:solidFill>
              <a:effectLst/>
              <a:latin typeface="Noto Sans Symbols"/>
            </a:endParaRPr>
          </a:p>
          <a:p>
            <a:pPr marL="1143000" indent="-1143000" rtl="0" fontAlgn="base">
              <a:spcBef>
                <a:spcPts val="1000"/>
              </a:spcBef>
              <a:spcAft>
                <a:spcPts val="0"/>
              </a:spcAft>
              <a:buFont typeface="Wingdings" panose="05000000000000000000" pitchFamily="2" charset="2"/>
              <a:buChar char="v"/>
            </a:pPr>
            <a:r>
              <a:rPr lang="en-US" sz="11200" b="1" i="0" u="none" strike="noStrike" dirty="0">
                <a:solidFill>
                  <a:schemeClr val="tx2"/>
                </a:solidFill>
                <a:effectLst/>
                <a:latin typeface="Squada One"/>
              </a:rPr>
              <a:t>Reviews</a:t>
            </a:r>
            <a:endParaRPr lang="en-US" sz="11200" b="1" i="0" u="none" strike="noStrike" dirty="0">
              <a:solidFill>
                <a:schemeClr val="tx2"/>
              </a:solidFill>
              <a:effectLst/>
              <a:latin typeface="Noto Sans Symbols"/>
            </a:endParaRPr>
          </a:p>
          <a:p>
            <a:pPr marL="1143000" indent="-1143000" rtl="0" fontAlgn="base">
              <a:spcBef>
                <a:spcPts val="1000"/>
              </a:spcBef>
              <a:spcAft>
                <a:spcPts val="0"/>
              </a:spcAft>
              <a:buFont typeface="Wingdings" panose="05000000000000000000" pitchFamily="2" charset="2"/>
              <a:buChar char="v"/>
            </a:pPr>
            <a:r>
              <a:rPr lang="en-US" sz="11200" b="1" i="0" u="none" strike="noStrike" dirty="0">
                <a:solidFill>
                  <a:schemeClr val="tx2"/>
                </a:solidFill>
                <a:effectLst/>
                <a:latin typeface="Squada One"/>
              </a:rPr>
              <a:t>Order Proof</a:t>
            </a:r>
            <a:endParaRPr lang="en-US" sz="11200" b="1" i="0" u="none" strike="noStrike" dirty="0">
              <a:solidFill>
                <a:schemeClr val="tx2"/>
              </a:solidFill>
              <a:effectLst/>
              <a:latin typeface="Noto Sans Symbols"/>
            </a:endParaRPr>
          </a:p>
          <a:p>
            <a:pPr marL="1143000" indent="-1143000" rtl="0" fontAlgn="base">
              <a:spcBef>
                <a:spcPts val="1000"/>
              </a:spcBef>
              <a:spcAft>
                <a:spcPts val="0"/>
              </a:spcAft>
              <a:buFont typeface="Wingdings" panose="05000000000000000000" pitchFamily="2" charset="2"/>
              <a:buChar char="v"/>
            </a:pPr>
            <a:r>
              <a:rPr lang="en-US" sz="11200" b="1" i="0" u="none" strike="noStrike" dirty="0">
                <a:solidFill>
                  <a:schemeClr val="tx2"/>
                </a:solidFill>
                <a:effectLst/>
                <a:latin typeface="Squada One"/>
              </a:rPr>
              <a:t>Contact Information</a:t>
            </a:r>
            <a:endParaRPr lang="en-US" sz="11200" b="1" i="0" u="none" strike="noStrike" dirty="0">
              <a:solidFill>
                <a:schemeClr val="tx2"/>
              </a:solidFill>
              <a:effectLst/>
              <a:latin typeface="Noto Sans Symbols"/>
            </a:endParaRPr>
          </a:p>
          <a:p>
            <a:br>
              <a:rPr lang="en-US" b="0" dirty="0">
                <a:effectLst/>
              </a:rPr>
            </a:br>
            <a:r>
              <a:rPr lang="en-US" b="0" dirty="0">
                <a:effectLst/>
              </a:rPr>
              <a:t> </a:t>
            </a:r>
            <a:endParaRPr lang="en-US" dirty="0"/>
          </a:p>
        </p:txBody>
      </p:sp>
      <p:sp>
        <p:nvSpPr>
          <p:cNvPr id="10" name="Date Placeholder 9">
            <a:extLst>
              <a:ext uri="{FF2B5EF4-FFF2-40B4-BE49-F238E27FC236}">
                <a16:creationId xmlns:a16="http://schemas.microsoft.com/office/drawing/2014/main" id="{5B977C86-3B4D-43C8-8241-380CB8620E21}"/>
              </a:ext>
            </a:extLst>
          </p:cNvPr>
          <p:cNvSpPr>
            <a:spLocks noGrp="1"/>
          </p:cNvSpPr>
          <p:nvPr>
            <p:ph type="dt" sz="half" idx="10"/>
          </p:nvPr>
        </p:nvSpPr>
        <p:spPr>
          <a:xfrm>
            <a:off x="838200" y="6356350"/>
            <a:ext cx="1371600" cy="365125"/>
          </a:xfrm>
        </p:spPr>
        <p:txBody>
          <a:bodyPr/>
          <a:lstStyle/>
          <a:p>
            <a:r>
              <a:rPr lang="en-US" dirty="0"/>
              <a:t>7/1/20XX</a:t>
            </a:r>
          </a:p>
        </p:txBody>
      </p:sp>
      <p:sp>
        <p:nvSpPr>
          <p:cNvPr id="988" name="Footer Placeholder 4">
            <a:extLst>
              <a:ext uri="{FF2B5EF4-FFF2-40B4-BE49-F238E27FC236}">
                <a16:creationId xmlns:a16="http://schemas.microsoft.com/office/drawing/2014/main" id="{913B4A80-6C83-FB4C-8D49-B81A9804DEC0}"/>
              </a:ext>
            </a:extLst>
          </p:cNvPr>
          <p:cNvSpPr>
            <a:spLocks noGrp="1"/>
          </p:cNvSpPr>
          <p:nvPr>
            <p:ph type="ftr" sz="quarter" idx="11"/>
          </p:nvPr>
        </p:nvSpPr>
        <p:spPr>
          <a:xfrm>
            <a:off x="3867912" y="6356350"/>
            <a:ext cx="2743200" cy="365125"/>
          </a:xfrm>
        </p:spPr>
        <p:txBody>
          <a:bodyPr/>
          <a:lstStyle/>
          <a:p>
            <a:r>
              <a:rPr lang="en-ZA" dirty="0"/>
              <a:t>Pitch deck title</a:t>
            </a:r>
          </a:p>
        </p:txBody>
      </p:sp>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a:t>
            </a:fld>
            <a:endParaRPr lang="en-US" dirty="0"/>
          </a:p>
        </p:txBody>
      </p:sp>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3664311" y="0"/>
            <a:ext cx="4103650" cy="1325563"/>
          </a:xfrm>
        </p:spPr>
        <p:txBody>
          <a:bodyPr>
            <a:normAutofit/>
          </a:bodyPr>
          <a:lstStyle/>
          <a:p>
            <a:r>
              <a:rPr lang="en-US" dirty="0"/>
              <a:t>Cover letter</a:t>
            </a:r>
          </a:p>
        </p:txBody>
      </p:sp>
      <p:sp>
        <p:nvSpPr>
          <p:cNvPr id="3" name="Content Placeholder 2">
            <a:extLst>
              <a:ext uri="{FF2B5EF4-FFF2-40B4-BE49-F238E27FC236}">
                <a16:creationId xmlns:a16="http://schemas.microsoft.com/office/drawing/2014/main" id="{D4A2EB3F-4D60-451F-8F45-7D6654D2FCD9}"/>
              </a:ext>
            </a:extLst>
          </p:cNvPr>
          <p:cNvSpPr>
            <a:spLocks noGrp="1"/>
          </p:cNvSpPr>
          <p:nvPr>
            <p:ph type="body" sz="quarter" idx="13"/>
          </p:nvPr>
        </p:nvSpPr>
        <p:spPr>
          <a:xfrm>
            <a:off x="5074125" y="1188718"/>
            <a:ext cx="6937362" cy="5167632"/>
          </a:xfrm>
        </p:spPr>
        <p:txBody>
          <a:bodyPr vert="horz" lIns="91440" tIns="45720" rIns="91440" bIns="45720" rtlCol="0" anchor="t">
            <a:normAutofit fontScale="70000" lnSpcReduction="20000"/>
          </a:bodyPr>
          <a:lstStyle/>
          <a:p>
            <a:r>
              <a:rPr lang="en-US" dirty="0"/>
              <a:t>Hello</a:t>
            </a:r>
          </a:p>
          <a:p>
            <a:r>
              <a:rPr lang="en-US" dirty="0"/>
              <a:t>You should look for a Marketer with substantial experience. As a consequence, you've come to the right place! I am a skilled digital marketer with over four years of experience who is seeking for new chances. Everything I've seen has been great, and I'd love to assist you in growing your business and revenue through Facebook and Instagram marketing! I'll investigate your previous activity and conduct a complete audit of your ad account to help me find possible areas for improvement.</a:t>
            </a:r>
          </a:p>
          <a:p>
            <a:r>
              <a:rPr lang="en-US" dirty="0"/>
              <a:t>As a professional Virtual Assistant, I've worked on a wide range of corporate projects as well as various local client projects, some of which I've included in the portfolio's latter parts. I was in charge of all social media channels in such ventures. Based on the available budget, I designed a thorough marketing approach. In my marketing plan, one thing is certain: "minimum investment, maximum reward." I've been pretty effective at freelancing in my 5 years of experience; some of my sample outcomes may be found in the portfolio's latter part. I've also finished content design, writing, SEO, and other projects that were assigned to me.</a:t>
            </a:r>
          </a:p>
          <a:p>
            <a:endParaRPr lang="en-US" dirty="0"/>
          </a:p>
          <a:p>
            <a:r>
              <a:rPr lang="en-US" dirty="0"/>
              <a:t>I will handle all of your marketing chores with the highest care and skill. What motivates you to work with me? 1. I've spent a substantial amount of time as a Facebook and Instagram marketing manager. Second, I am now a level 1 seller on fiverr.com (https://www.fiverr.com/). 3. I can help your clients with their most difficult Facebook advertising problems, such as "pixel setup, conversion, landing page </a:t>
            </a:r>
            <a:r>
              <a:rPr lang="en-US" dirty="0" err="1"/>
              <a:t>tracking+retargeting+remarketing+custom</a:t>
            </a:r>
            <a:r>
              <a:rPr lang="en-US" dirty="0"/>
              <a:t> </a:t>
            </a:r>
            <a:r>
              <a:rPr lang="en-US" dirty="0" err="1"/>
              <a:t>audience+email</a:t>
            </a:r>
            <a:r>
              <a:rPr lang="en-US" dirty="0"/>
              <a:t> listing duties" and "pixel setup, conversion, landing page </a:t>
            </a:r>
            <a:r>
              <a:rPr lang="en-US" dirty="0" err="1"/>
              <a:t>tracking+retargeting+remarketing+custom</a:t>
            </a:r>
            <a:r>
              <a:rPr lang="en-US" dirty="0"/>
              <a:t> </a:t>
            </a:r>
            <a:r>
              <a:rPr lang="en-US" dirty="0" err="1"/>
              <a:t>audience+email</a:t>
            </a:r>
            <a:r>
              <a:rPr lang="en-US" dirty="0"/>
              <a:t> listing duties." 4. You may seek an interview with me if you are completely confident in my ability.</a:t>
            </a:r>
          </a:p>
          <a:p>
            <a:endParaRPr lang="en-US" dirty="0"/>
          </a:p>
        </p:txBody>
      </p:sp>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20F9FDD5-17DD-4E86-859F-12FD2CEFA8FE}"/>
              </a:ext>
            </a:extLst>
          </p:cNvPr>
          <p:cNvSpPr>
            <a:spLocks noGrp="1"/>
          </p:cNvSpPr>
          <p:nvPr>
            <p:ph type="ftr" sz="quarter" idx="11"/>
          </p:nvPr>
        </p:nvSpPr>
        <p:spPr>
          <a:xfrm>
            <a:off x="6025896" y="6356350"/>
            <a:ext cx="3017520" cy="365125"/>
          </a:xfrm>
        </p:spPr>
        <p:txBody>
          <a:bodyPr/>
          <a:lstStyle/>
          <a:p>
            <a:r>
              <a:rPr lang="en-US" dirty="0"/>
              <a:t>Pitch deck title</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3</a:t>
            </a:fld>
            <a:endParaRPr lang="en-US" dirty="0"/>
          </a:p>
        </p:txBody>
      </p:sp>
    </p:spTree>
    <p:extLst>
      <p:ext uri="{BB962C8B-B14F-4D97-AF65-F5344CB8AC3E}">
        <p14:creationId xmlns:p14="http://schemas.microsoft.com/office/powerpoint/2010/main" val="177512490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1" name="Rectangle 8">
            <a:extLst>
              <a:ext uri="{FF2B5EF4-FFF2-40B4-BE49-F238E27FC236}">
                <a16:creationId xmlns:a16="http://schemas.microsoft.com/office/drawing/2014/main" id="{A3BAF07C-C39E-42EB-BB22-8D46691D973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
            <a:ext cx="12193061" cy="6869209"/>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10">
            <a:extLst>
              <a:ext uri="{FF2B5EF4-FFF2-40B4-BE49-F238E27FC236}">
                <a16:creationId xmlns:a16="http://schemas.microsoft.com/office/drawing/2014/main" id="{D8E9CF54-0466-4261-9E62-0249E60E188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29674" y="-59376"/>
            <a:ext cx="12515851" cy="6923798"/>
            <a:chOff x="-329674" y="-51881"/>
            <a:chExt cx="12515851" cy="6923798"/>
          </a:xfrm>
        </p:grpSpPr>
        <p:sp>
          <p:nvSpPr>
            <p:cNvPr id="12" name="Freeform 5">
              <a:extLst>
                <a:ext uri="{FF2B5EF4-FFF2-40B4-BE49-F238E27FC236}">
                  <a16:creationId xmlns:a16="http://schemas.microsoft.com/office/drawing/2014/main" id="{33E32106-E8B1-4F76-9EE6-58537738A3C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329674" y="1298404"/>
              <a:ext cx="9702800" cy="5573512"/>
            </a:xfrm>
            <a:custGeom>
              <a:avLst/>
              <a:gdLst/>
              <a:ahLst/>
              <a:cxnLst/>
              <a:rect l="0" t="0" r="r" b="b"/>
              <a:pathLst>
                <a:path w="2038" h="1169">
                  <a:moveTo>
                    <a:pt x="1752" y="1169"/>
                  </a:moveTo>
                  <a:cubicBezTo>
                    <a:pt x="2038" y="928"/>
                    <a:pt x="1673" y="513"/>
                    <a:pt x="1487" y="334"/>
                  </a:cubicBezTo>
                  <a:cubicBezTo>
                    <a:pt x="1316" y="170"/>
                    <a:pt x="1099" y="43"/>
                    <a:pt x="860" y="22"/>
                  </a:cubicBezTo>
                  <a:cubicBezTo>
                    <a:pt x="621" y="0"/>
                    <a:pt x="341" y="128"/>
                    <a:pt x="199" y="318"/>
                  </a:cubicBezTo>
                  <a:cubicBezTo>
                    <a:pt x="0" y="586"/>
                    <a:pt x="184" y="965"/>
                    <a:pt x="399" y="1165"/>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13" name="Freeform 6">
              <a:extLst>
                <a:ext uri="{FF2B5EF4-FFF2-40B4-BE49-F238E27FC236}">
                  <a16:creationId xmlns:a16="http://schemas.microsoft.com/office/drawing/2014/main" id="{C32C2C46-A045-44FB-8A74-5EBD650C278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670451" y="2018236"/>
              <a:ext cx="7373938" cy="4848892"/>
            </a:xfrm>
            <a:custGeom>
              <a:avLst/>
              <a:gdLst/>
              <a:ahLst/>
              <a:cxnLst/>
              <a:rect l="0" t="0" r="r" b="b"/>
              <a:pathLst>
                <a:path w="1549" h="1017">
                  <a:moveTo>
                    <a:pt x="1025" y="1016"/>
                  </a:moveTo>
                  <a:cubicBezTo>
                    <a:pt x="1223" y="971"/>
                    <a:pt x="1549" y="857"/>
                    <a:pt x="1443" y="592"/>
                  </a:cubicBezTo>
                  <a:cubicBezTo>
                    <a:pt x="1344" y="344"/>
                    <a:pt x="1041" y="111"/>
                    <a:pt x="782" y="53"/>
                  </a:cubicBezTo>
                  <a:cubicBezTo>
                    <a:pt x="545" y="0"/>
                    <a:pt x="275" y="117"/>
                    <a:pt x="150" y="329"/>
                  </a:cubicBezTo>
                  <a:cubicBezTo>
                    <a:pt x="0" y="584"/>
                    <a:pt x="243" y="911"/>
                    <a:pt x="477" y="1017"/>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14" name="Freeform 7">
              <a:extLst>
                <a:ext uri="{FF2B5EF4-FFF2-40B4-BE49-F238E27FC236}">
                  <a16:creationId xmlns:a16="http://schemas.microsoft.com/office/drawing/2014/main" id="{6A76F79C-6683-4940-BCF7-4BCCCEE4068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251351" y="1788400"/>
              <a:ext cx="8035925" cy="5083516"/>
            </a:xfrm>
            <a:custGeom>
              <a:avLst/>
              <a:gdLst/>
              <a:ahLst/>
              <a:cxnLst/>
              <a:rect l="0" t="0" r="r" b="b"/>
              <a:pathLst>
                <a:path w="1688" h="1066">
                  <a:moveTo>
                    <a:pt x="1302" y="1066"/>
                  </a:moveTo>
                  <a:cubicBezTo>
                    <a:pt x="1416" y="1024"/>
                    <a:pt x="1551" y="962"/>
                    <a:pt x="1613" y="850"/>
                  </a:cubicBezTo>
                  <a:cubicBezTo>
                    <a:pt x="1688" y="715"/>
                    <a:pt x="1606" y="575"/>
                    <a:pt x="1517" y="471"/>
                  </a:cubicBezTo>
                  <a:cubicBezTo>
                    <a:pt x="1336" y="258"/>
                    <a:pt x="1084" y="62"/>
                    <a:pt x="798" y="28"/>
                  </a:cubicBezTo>
                  <a:cubicBezTo>
                    <a:pt x="559" y="0"/>
                    <a:pt x="317" y="138"/>
                    <a:pt x="181" y="333"/>
                  </a:cubicBezTo>
                  <a:cubicBezTo>
                    <a:pt x="0" y="592"/>
                    <a:pt x="191" y="907"/>
                    <a:pt x="420" y="1066"/>
                  </a:cubicBezTo>
                </a:path>
              </a:pathLst>
            </a:custGeom>
            <a:noFill/>
            <a:ln w="9525" cap="flat">
              <a:solidFill>
                <a:schemeClr val="bg1">
                  <a:alpha val="35000"/>
                </a:schemeClr>
              </a:solidFill>
              <a:prstDash val="dash"/>
              <a:miter lim="800000"/>
              <a:headEnd/>
              <a:tailEnd/>
            </a:ln>
            <a:extLst>
              <a:ext uri="{909E8E84-426E-40DD-AFC4-6F175D3DCCD1}">
                <a14:hiddenFill xmlns:a14="http://schemas.microsoft.com/office/drawing/2010/main">
                  <a:solidFill>
                    <a:srgbClr val="FFFFFF"/>
                  </a:solidFill>
                </a14:hiddenFill>
              </a:ext>
            </a:extLst>
          </p:spPr>
        </p:sp>
        <p:sp>
          <p:nvSpPr>
            <p:cNvPr id="15" name="Freeform 8">
              <a:extLst>
                <a:ext uri="{FF2B5EF4-FFF2-40B4-BE49-F238E27FC236}">
                  <a16:creationId xmlns:a16="http://schemas.microsoft.com/office/drawing/2014/main" id="{FF4675A3-6D07-4B1F-9BFC-AEBEA1AD06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1061" y="549842"/>
              <a:ext cx="10334625" cy="6322075"/>
            </a:xfrm>
            <a:custGeom>
              <a:avLst/>
              <a:gdLst/>
              <a:ahLst/>
              <a:cxnLst/>
              <a:rect l="0" t="0" r="r" b="b"/>
              <a:pathLst>
                <a:path w="2171" h="1326">
                  <a:moveTo>
                    <a:pt x="1873" y="1326"/>
                  </a:moveTo>
                  <a:cubicBezTo>
                    <a:pt x="2171" y="1045"/>
                    <a:pt x="1825" y="678"/>
                    <a:pt x="1609" y="473"/>
                  </a:cubicBezTo>
                  <a:cubicBezTo>
                    <a:pt x="1406" y="281"/>
                    <a:pt x="1159" y="116"/>
                    <a:pt x="880" y="63"/>
                  </a:cubicBezTo>
                  <a:cubicBezTo>
                    <a:pt x="545" y="0"/>
                    <a:pt x="214" y="161"/>
                    <a:pt x="0" y="423"/>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16" name="Freeform 9">
              <a:extLst>
                <a:ext uri="{FF2B5EF4-FFF2-40B4-BE49-F238E27FC236}">
                  <a16:creationId xmlns:a16="http://schemas.microsoft.com/office/drawing/2014/main" id="{765E127A-B6B7-4B1D-B7BD-6C8C969D29C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3701" y="6186246"/>
              <a:ext cx="504825" cy="681527"/>
            </a:xfrm>
            <a:custGeom>
              <a:avLst/>
              <a:gdLst/>
              <a:ahLst/>
              <a:cxnLst/>
              <a:rect l="0" t="0" r="r" b="b"/>
              <a:pathLst>
                <a:path w="106" h="143">
                  <a:moveTo>
                    <a:pt x="0" y="0"/>
                  </a:moveTo>
                  <a:cubicBezTo>
                    <a:pt x="35" y="54"/>
                    <a:pt x="70" y="101"/>
                    <a:pt x="106" y="143"/>
                  </a:cubicBezTo>
                </a:path>
              </a:pathLst>
            </a:custGeom>
            <a:noFill/>
            <a:ln w="4763"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17" name="Freeform 10">
              <a:extLst>
                <a:ext uri="{FF2B5EF4-FFF2-40B4-BE49-F238E27FC236}">
                  <a16:creationId xmlns:a16="http://schemas.microsoft.com/office/drawing/2014/main" id="{3BCA9D9E-C72C-4751-BFA9-10B85CACE3C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1061" y="-51881"/>
              <a:ext cx="11091863" cy="6923796"/>
            </a:xfrm>
            <a:custGeom>
              <a:avLst/>
              <a:gdLst/>
              <a:ahLst/>
              <a:cxnLst/>
              <a:rect l="0" t="0" r="r" b="b"/>
              <a:pathLst>
                <a:path w="2330" h="1452">
                  <a:moveTo>
                    <a:pt x="2046" y="1452"/>
                  </a:moveTo>
                  <a:cubicBezTo>
                    <a:pt x="2330" y="1153"/>
                    <a:pt x="2049" y="821"/>
                    <a:pt x="1813" y="601"/>
                  </a:cubicBezTo>
                  <a:cubicBezTo>
                    <a:pt x="1569" y="375"/>
                    <a:pt x="1282" y="179"/>
                    <a:pt x="956" y="97"/>
                  </a:cubicBezTo>
                  <a:cubicBezTo>
                    <a:pt x="572" y="0"/>
                    <a:pt x="292" y="101"/>
                    <a:pt x="0" y="366"/>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18" name="Freeform 11">
              <a:extLst>
                <a:ext uri="{FF2B5EF4-FFF2-40B4-BE49-F238E27FC236}">
                  <a16:creationId xmlns:a16="http://schemas.microsoft.com/office/drawing/2014/main" id="{080C708C-69BF-441B-AB75-C98160ED06D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5426601" y="5579"/>
              <a:ext cx="5788025" cy="6847184"/>
            </a:xfrm>
            <a:custGeom>
              <a:avLst/>
              <a:gdLst/>
              <a:ahLst/>
              <a:cxnLst/>
              <a:rect l="0" t="0" r="r" b="b"/>
              <a:pathLst>
                <a:path w="1216" h="1436">
                  <a:moveTo>
                    <a:pt x="1094" y="1436"/>
                  </a:moveTo>
                  <a:cubicBezTo>
                    <a:pt x="1216" y="1114"/>
                    <a:pt x="904" y="770"/>
                    <a:pt x="709" y="551"/>
                  </a:cubicBezTo>
                  <a:cubicBezTo>
                    <a:pt x="509" y="327"/>
                    <a:pt x="274" y="127"/>
                    <a:pt x="0" y="0"/>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19" name="Freeform 12">
              <a:extLst>
                <a:ext uri="{FF2B5EF4-FFF2-40B4-BE49-F238E27FC236}">
                  <a16:creationId xmlns:a16="http://schemas.microsoft.com/office/drawing/2014/main" id="{3E79964E-F8F1-4763-8892-7BC3DAE306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1061" y="5579"/>
              <a:ext cx="1057275" cy="614491"/>
            </a:xfrm>
            <a:custGeom>
              <a:avLst/>
              <a:gdLst/>
              <a:ahLst/>
              <a:cxnLst/>
              <a:rect l="0" t="0" r="r" b="b"/>
              <a:pathLst>
                <a:path w="222" h="129">
                  <a:moveTo>
                    <a:pt x="222" y="0"/>
                  </a:moveTo>
                  <a:cubicBezTo>
                    <a:pt x="152" y="35"/>
                    <a:pt x="76" y="78"/>
                    <a:pt x="0" y="129"/>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20" name="Freeform 13">
              <a:extLst>
                <a:ext uri="{FF2B5EF4-FFF2-40B4-BE49-F238E27FC236}">
                  <a16:creationId xmlns:a16="http://schemas.microsoft.com/office/drawing/2014/main" id="{FE09592A-FCC9-4AE5-BA0B-730C6F3BBE9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5821889" y="5579"/>
              <a:ext cx="5588000" cy="6866337"/>
            </a:xfrm>
            <a:custGeom>
              <a:avLst/>
              <a:gdLst/>
              <a:ahLst/>
              <a:cxnLst/>
              <a:rect l="0" t="0" r="r" b="b"/>
              <a:pathLst>
                <a:path w="1174" h="1440">
                  <a:moveTo>
                    <a:pt x="1067" y="1440"/>
                  </a:moveTo>
                  <a:cubicBezTo>
                    <a:pt x="1174" y="1124"/>
                    <a:pt x="887" y="797"/>
                    <a:pt x="698" y="577"/>
                  </a:cubicBezTo>
                  <a:cubicBezTo>
                    <a:pt x="500" y="348"/>
                    <a:pt x="270" y="141"/>
                    <a:pt x="0" y="0"/>
                  </a:cubicBezTo>
                </a:path>
              </a:pathLst>
            </a:custGeom>
            <a:noFill/>
            <a:ln w="9525" cap="flat">
              <a:solidFill>
                <a:schemeClr val="bg1">
                  <a:alpha val="35000"/>
                </a:schemeClr>
              </a:solidFill>
              <a:prstDash val="dash"/>
              <a:miter lim="800000"/>
              <a:headEnd/>
              <a:tailEnd/>
            </a:ln>
            <a:extLst>
              <a:ext uri="{909E8E84-426E-40DD-AFC4-6F175D3DCCD1}">
                <a14:hiddenFill xmlns:a14="http://schemas.microsoft.com/office/drawing/2010/main">
                  <a:solidFill>
                    <a:srgbClr val="FFFFFF"/>
                  </a:solidFill>
                </a14:hiddenFill>
              </a:ext>
            </a:extLst>
          </p:spPr>
        </p:sp>
        <p:sp>
          <p:nvSpPr>
            <p:cNvPr id="21" name="Freeform 14">
              <a:extLst>
                <a:ext uri="{FF2B5EF4-FFF2-40B4-BE49-F238E27FC236}">
                  <a16:creationId xmlns:a16="http://schemas.microsoft.com/office/drawing/2014/main" id="{96448994-820C-4BC1-ABF3-4579C6F99A6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3701" y="790"/>
              <a:ext cx="595313" cy="352734"/>
            </a:xfrm>
            <a:custGeom>
              <a:avLst/>
              <a:gdLst/>
              <a:ahLst/>
              <a:cxnLst/>
              <a:rect l="0" t="0" r="r" b="b"/>
              <a:pathLst>
                <a:path w="125" h="74">
                  <a:moveTo>
                    <a:pt x="125" y="0"/>
                  </a:moveTo>
                  <a:cubicBezTo>
                    <a:pt x="85" y="22"/>
                    <a:pt x="43" y="47"/>
                    <a:pt x="0" y="74"/>
                  </a:cubicBezTo>
                </a:path>
              </a:pathLst>
            </a:custGeom>
            <a:noFill/>
            <a:ln w="9525" cap="flat">
              <a:solidFill>
                <a:schemeClr val="bg1">
                  <a:alpha val="35000"/>
                </a:schemeClr>
              </a:solidFill>
              <a:prstDash val="dash"/>
              <a:miter lim="800000"/>
              <a:headEnd/>
              <a:tailEnd/>
            </a:ln>
            <a:extLst>
              <a:ext uri="{909E8E84-426E-40DD-AFC4-6F175D3DCCD1}">
                <a14:hiddenFill xmlns:a14="http://schemas.microsoft.com/office/drawing/2010/main">
                  <a:solidFill>
                    <a:srgbClr val="FFFFFF"/>
                  </a:solidFill>
                </a14:hiddenFill>
              </a:ext>
            </a:extLst>
          </p:spPr>
        </p:sp>
        <p:sp>
          <p:nvSpPr>
            <p:cNvPr id="22" name="Freeform 15">
              <a:extLst>
                <a:ext uri="{FF2B5EF4-FFF2-40B4-BE49-F238E27FC236}">
                  <a16:creationId xmlns:a16="http://schemas.microsoft.com/office/drawing/2014/main" id="{9BB0D192-565A-42B9-B292-CC032D71A6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6012389" y="5579"/>
              <a:ext cx="5497513" cy="6866337"/>
            </a:xfrm>
            <a:custGeom>
              <a:avLst/>
              <a:gdLst/>
              <a:ahLst/>
              <a:cxnLst/>
              <a:rect l="0" t="0" r="r" b="b"/>
              <a:pathLst>
                <a:path w="1155" h="1440">
                  <a:moveTo>
                    <a:pt x="1056" y="1440"/>
                  </a:moveTo>
                  <a:cubicBezTo>
                    <a:pt x="1155" y="1123"/>
                    <a:pt x="875" y="801"/>
                    <a:pt x="686" y="580"/>
                  </a:cubicBezTo>
                  <a:cubicBezTo>
                    <a:pt x="491" y="352"/>
                    <a:pt x="264" y="145"/>
                    <a:pt x="0" y="0"/>
                  </a:cubicBezTo>
                </a:path>
              </a:pathLst>
            </a:custGeom>
            <a:noFill/>
            <a:ln w="12700" cap="flat">
              <a:solidFill>
                <a:schemeClr val="bg1">
                  <a:alpha val="35000"/>
                </a:schemeClr>
              </a:solidFill>
              <a:prstDash val="dashDot"/>
              <a:miter lim="800000"/>
              <a:headEnd/>
              <a:tailEnd/>
            </a:ln>
            <a:extLst>
              <a:ext uri="{909E8E84-426E-40DD-AFC4-6F175D3DCCD1}">
                <a14:hiddenFill xmlns:a14="http://schemas.microsoft.com/office/drawing/2010/main">
                  <a:solidFill>
                    <a:srgbClr val="FFFFFF"/>
                  </a:solidFill>
                </a14:hiddenFill>
              </a:ext>
            </a:extLst>
          </p:spPr>
        </p:sp>
        <p:sp>
          <p:nvSpPr>
            <p:cNvPr id="23" name="Freeform 16">
              <a:extLst>
                <a:ext uri="{FF2B5EF4-FFF2-40B4-BE49-F238E27FC236}">
                  <a16:creationId xmlns:a16="http://schemas.microsoft.com/office/drawing/2014/main" id="{6D1CA09C-5F40-4E92-A7E9-D1FCEE5128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1061" y="5579"/>
              <a:ext cx="357188" cy="213875"/>
            </a:xfrm>
            <a:custGeom>
              <a:avLst/>
              <a:gdLst/>
              <a:ahLst/>
              <a:cxnLst/>
              <a:rect l="0" t="0" r="r" b="b"/>
              <a:pathLst>
                <a:path w="75" h="45">
                  <a:moveTo>
                    <a:pt x="75" y="0"/>
                  </a:moveTo>
                  <a:cubicBezTo>
                    <a:pt x="50" y="14"/>
                    <a:pt x="25" y="29"/>
                    <a:pt x="0" y="45"/>
                  </a:cubicBezTo>
                </a:path>
              </a:pathLst>
            </a:custGeom>
            <a:noFill/>
            <a:ln w="12700" cap="flat">
              <a:solidFill>
                <a:schemeClr val="bg1">
                  <a:alpha val="35000"/>
                </a:schemeClr>
              </a:solidFill>
              <a:prstDash val="dashDot"/>
              <a:miter lim="800000"/>
              <a:headEnd/>
              <a:tailEnd/>
            </a:ln>
            <a:extLst>
              <a:ext uri="{909E8E84-426E-40DD-AFC4-6F175D3DCCD1}">
                <a14:hiddenFill xmlns:a14="http://schemas.microsoft.com/office/drawing/2010/main">
                  <a:solidFill>
                    <a:srgbClr val="FFFFFF"/>
                  </a:solidFill>
                </a14:hiddenFill>
              </a:ext>
            </a:extLst>
          </p:spPr>
        </p:sp>
        <p:sp>
          <p:nvSpPr>
            <p:cNvPr id="24" name="Freeform 17">
              <a:extLst>
                <a:ext uri="{FF2B5EF4-FFF2-40B4-BE49-F238E27FC236}">
                  <a16:creationId xmlns:a16="http://schemas.microsoft.com/office/drawing/2014/main" id="{379F5AA5-2E14-4880-A5A6-07AEF2AD89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6210826" y="790"/>
              <a:ext cx="5522913" cy="6871126"/>
            </a:xfrm>
            <a:custGeom>
              <a:avLst/>
              <a:gdLst/>
              <a:ahLst/>
              <a:cxnLst/>
              <a:rect l="0" t="0" r="r" b="b"/>
              <a:pathLst>
                <a:path w="1160" h="1441">
                  <a:moveTo>
                    <a:pt x="1053" y="1441"/>
                  </a:moveTo>
                  <a:cubicBezTo>
                    <a:pt x="1160" y="1129"/>
                    <a:pt x="892" y="817"/>
                    <a:pt x="705" y="599"/>
                  </a:cubicBezTo>
                  <a:cubicBezTo>
                    <a:pt x="503" y="365"/>
                    <a:pt x="270" y="152"/>
                    <a:pt x="0" y="0"/>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25" name="Freeform 18">
              <a:extLst>
                <a:ext uri="{FF2B5EF4-FFF2-40B4-BE49-F238E27FC236}">
                  <a16:creationId xmlns:a16="http://schemas.microsoft.com/office/drawing/2014/main" id="{EF14BD32-D239-4DA3-98B3-7752073657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6463239" y="5579"/>
              <a:ext cx="5413375" cy="6866337"/>
            </a:xfrm>
            <a:custGeom>
              <a:avLst/>
              <a:gdLst/>
              <a:ahLst/>
              <a:cxnLst/>
              <a:rect l="0" t="0" r="r" b="b"/>
              <a:pathLst>
                <a:path w="1137" h="1440">
                  <a:moveTo>
                    <a:pt x="1040" y="1440"/>
                  </a:moveTo>
                  <a:cubicBezTo>
                    <a:pt x="1137" y="1131"/>
                    <a:pt x="883" y="828"/>
                    <a:pt x="698" y="611"/>
                  </a:cubicBezTo>
                  <a:cubicBezTo>
                    <a:pt x="498" y="375"/>
                    <a:pt x="268" y="159"/>
                    <a:pt x="0" y="0"/>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26" name="Freeform 19">
              <a:extLst>
                <a:ext uri="{FF2B5EF4-FFF2-40B4-BE49-F238E27FC236}">
                  <a16:creationId xmlns:a16="http://schemas.microsoft.com/office/drawing/2014/main" id="{CF07B250-E5E4-4624-9BD7-8D513A67B73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6877576" y="5579"/>
              <a:ext cx="5037138" cy="6861550"/>
            </a:xfrm>
            <a:custGeom>
              <a:avLst/>
              <a:gdLst/>
              <a:ahLst/>
              <a:cxnLst/>
              <a:rect l="0" t="0" r="r" b="b"/>
              <a:pathLst>
                <a:path w="1058" h="1439">
                  <a:moveTo>
                    <a:pt x="1011" y="1439"/>
                  </a:moveTo>
                  <a:cubicBezTo>
                    <a:pt x="1058" y="1131"/>
                    <a:pt x="825" y="841"/>
                    <a:pt x="648" y="617"/>
                  </a:cubicBezTo>
                  <a:cubicBezTo>
                    <a:pt x="462" y="383"/>
                    <a:pt x="248" y="168"/>
                    <a:pt x="0" y="0"/>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27" name="Freeform 20">
              <a:extLst>
                <a:ext uri="{FF2B5EF4-FFF2-40B4-BE49-F238E27FC236}">
                  <a16:creationId xmlns:a16="http://schemas.microsoft.com/office/drawing/2014/main" id="{BCC5D120-7C8C-4290-865C-4EE6E4F245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8768289" y="5579"/>
              <a:ext cx="3417888" cy="2742066"/>
            </a:xfrm>
            <a:custGeom>
              <a:avLst/>
              <a:gdLst/>
              <a:ahLst/>
              <a:cxnLst/>
              <a:rect l="0" t="0" r="r" b="b"/>
              <a:pathLst>
                <a:path w="718" h="575">
                  <a:moveTo>
                    <a:pt x="718" y="575"/>
                  </a:moveTo>
                  <a:cubicBezTo>
                    <a:pt x="500" y="360"/>
                    <a:pt x="260" y="163"/>
                    <a:pt x="0" y="0"/>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28" name="Freeform 21">
              <a:extLst>
                <a:ext uri="{FF2B5EF4-FFF2-40B4-BE49-F238E27FC236}">
                  <a16:creationId xmlns:a16="http://schemas.microsoft.com/office/drawing/2014/main" id="{C24688C6-CAE5-4EF2-B2BA-A138DA0A24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9235014" y="10367"/>
              <a:ext cx="2951163" cy="2555325"/>
            </a:xfrm>
            <a:custGeom>
              <a:avLst/>
              <a:gdLst/>
              <a:ahLst/>
              <a:cxnLst/>
              <a:rect l="0" t="0" r="r" b="b"/>
              <a:pathLst>
                <a:path w="620" h="536">
                  <a:moveTo>
                    <a:pt x="620" y="536"/>
                  </a:moveTo>
                  <a:cubicBezTo>
                    <a:pt x="404" y="314"/>
                    <a:pt x="196" y="138"/>
                    <a:pt x="0" y="0"/>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sp>
          <p:nvSpPr>
            <p:cNvPr id="29" name="Freeform 22">
              <a:extLst>
                <a:ext uri="{FF2B5EF4-FFF2-40B4-BE49-F238E27FC236}">
                  <a16:creationId xmlns:a16="http://schemas.microsoft.com/office/drawing/2014/main" id="{6BD31099-7C13-4901-A04F-632B1CD8462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10020826" y="5579"/>
              <a:ext cx="2165350" cy="1358265"/>
            </a:xfrm>
            <a:custGeom>
              <a:avLst/>
              <a:gdLst/>
              <a:ahLst/>
              <a:cxnLst/>
              <a:rect l="0" t="0" r="r" b="b"/>
              <a:pathLst>
                <a:path w="455" h="285">
                  <a:moveTo>
                    <a:pt x="0" y="0"/>
                  </a:moveTo>
                  <a:cubicBezTo>
                    <a:pt x="153" y="85"/>
                    <a:pt x="308" y="180"/>
                    <a:pt x="455" y="285"/>
                  </a:cubicBezTo>
                </a:path>
              </a:pathLst>
            </a:custGeom>
            <a:noFill/>
            <a:ln w="9525" cap="flat">
              <a:solidFill>
                <a:schemeClr val="bg1">
                  <a:alpha val="35000"/>
                </a:schemeClr>
              </a:solidFill>
              <a:prstDash val="dash"/>
              <a:miter lim="800000"/>
              <a:headEnd/>
              <a:tailEnd/>
            </a:ln>
            <a:extLst>
              <a:ext uri="{909E8E84-426E-40DD-AFC4-6F175D3DCCD1}">
                <a14:hiddenFill xmlns:a14="http://schemas.microsoft.com/office/drawing/2010/main">
                  <a:solidFill>
                    <a:srgbClr val="FFFFFF"/>
                  </a:solidFill>
                </a14:hiddenFill>
              </a:ext>
            </a:extLst>
          </p:spPr>
        </p:sp>
        <p:sp>
          <p:nvSpPr>
            <p:cNvPr id="30" name="Freeform 23">
              <a:extLst>
                <a:ext uri="{FF2B5EF4-FFF2-40B4-BE49-F238E27FC236}">
                  <a16:creationId xmlns:a16="http://schemas.microsoft.com/office/drawing/2014/main" id="{679F5FF7-82B2-4033-8FBE-63170C93783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11290826" y="5579"/>
              <a:ext cx="895350" cy="534687"/>
            </a:xfrm>
            <a:custGeom>
              <a:avLst/>
              <a:gdLst/>
              <a:ahLst/>
              <a:cxnLst/>
              <a:rect l="0" t="0" r="r" b="b"/>
              <a:pathLst>
                <a:path w="188" h="112">
                  <a:moveTo>
                    <a:pt x="0" y="0"/>
                  </a:moveTo>
                  <a:cubicBezTo>
                    <a:pt x="63" y="36"/>
                    <a:pt x="126" y="73"/>
                    <a:pt x="188" y="112"/>
                  </a:cubicBezTo>
                </a:path>
              </a:pathLst>
            </a:custGeom>
            <a:noFill/>
            <a:ln w="9525" cap="flat">
              <a:solidFill>
                <a:schemeClr val="bg1">
                  <a:alpha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sp>
      </p:gr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1378425" y="5199797"/>
            <a:ext cx="9435152" cy="789673"/>
          </a:xfrm>
        </p:spPr>
        <p:txBody>
          <a:bodyPr vert="horz" lIns="91440" tIns="45720" rIns="91440" bIns="45720" rtlCol="0" anchor="ctr">
            <a:normAutofit/>
          </a:bodyPr>
          <a:lstStyle/>
          <a:p>
            <a:pPr algn="ctr"/>
            <a:r>
              <a:rPr lang="en-US" kern="1200">
                <a:solidFill>
                  <a:schemeClr val="bg1"/>
                </a:solidFill>
                <a:latin typeface="+mj-lt"/>
                <a:ea typeface="+mj-ea"/>
                <a:cs typeface="+mj-cs"/>
              </a:rPr>
              <a:t>rESULTS</a:t>
            </a:r>
          </a:p>
        </p:txBody>
      </p:sp>
      <p:sp>
        <p:nvSpPr>
          <p:cNvPr id="32" name="Freeform: Shape 31">
            <a:extLst>
              <a:ext uri="{FF2B5EF4-FFF2-40B4-BE49-F238E27FC236}">
                <a16:creationId xmlns:a16="http://schemas.microsoft.com/office/drawing/2014/main" id="{A7795DFA-888F-47E2-B44E-DE1D3B3E46A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5058957"/>
          </a:xfrm>
          <a:custGeom>
            <a:avLst/>
            <a:gdLst>
              <a:gd name="connsiteX0" fmla="*/ 0 w 12192000"/>
              <a:gd name="connsiteY0" fmla="*/ 0 h 5058957"/>
              <a:gd name="connsiteX1" fmla="*/ 12192000 w 12192000"/>
              <a:gd name="connsiteY1" fmla="*/ 0 h 5058957"/>
              <a:gd name="connsiteX2" fmla="*/ 12192000 w 12192000"/>
              <a:gd name="connsiteY2" fmla="*/ 259692 h 5058957"/>
              <a:gd name="connsiteX3" fmla="*/ 12192000 w 12192000"/>
              <a:gd name="connsiteY3" fmla="*/ 3542069 h 5058957"/>
              <a:gd name="connsiteX4" fmla="*/ 12192000 w 12192000"/>
              <a:gd name="connsiteY4" fmla="*/ 3734194 h 5058957"/>
              <a:gd name="connsiteX5" fmla="*/ 12192000 w 12192000"/>
              <a:gd name="connsiteY5" fmla="*/ 4710012 h 5058957"/>
              <a:gd name="connsiteX6" fmla="*/ 12113803 w 12192000"/>
              <a:gd name="connsiteY6" fmla="*/ 4718295 h 5058957"/>
              <a:gd name="connsiteX7" fmla="*/ 6753597 w 12192000"/>
              <a:gd name="connsiteY7" fmla="*/ 5041852 h 5058957"/>
              <a:gd name="connsiteX8" fmla="*/ 400746 w 12192000"/>
              <a:gd name="connsiteY8" fmla="*/ 4870509 h 5058957"/>
              <a:gd name="connsiteX9" fmla="*/ 0 w 12192000"/>
              <a:gd name="connsiteY9" fmla="*/ 4833533 h 5058957"/>
              <a:gd name="connsiteX10" fmla="*/ 0 w 12192000"/>
              <a:gd name="connsiteY10" fmla="*/ 3734194 h 5058957"/>
              <a:gd name="connsiteX11" fmla="*/ 0 w 12192000"/>
              <a:gd name="connsiteY11" fmla="*/ 3542069 h 5058957"/>
              <a:gd name="connsiteX12" fmla="*/ 0 w 12192000"/>
              <a:gd name="connsiteY12" fmla="*/ 259692 h 505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92000" h="5058957">
                <a:moveTo>
                  <a:pt x="0" y="0"/>
                </a:moveTo>
                <a:lnTo>
                  <a:pt x="12192000" y="0"/>
                </a:lnTo>
                <a:lnTo>
                  <a:pt x="12192000" y="259692"/>
                </a:lnTo>
                <a:lnTo>
                  <a:pt x="12192000" y="3542069"/>
                </a:lnTo>
                <a:lnTo>
                  <a:pt x="12192000" y="3734194"/>
                </a:lnTo>
                <a:lnTo>
                  <a:pt x="12192000" y="4710012"/>
                </a:lnTo>
                <a:lnTo>
                  <a:pt x="12113803" y="4718295"/>
                </a:lnTo>
                <a:cubicBezTo>
                  <a:pt x="10139508" y="4916244"/>
                  <a:pt x="8237152" y="5009247"/>
                  <a:pt x="6753597" y="5041852"/>
                </a:cubicBezTo>
                <a:cubicBezTo>
                  <a:pt x="4940362" y="5081701"/>
                  <a:pt x="2657278" y="5062371"/>
                  <a:pt x="400746" y="4870509"/>
                </a:cubicBezTo>
                <a:lnTo>
                  <a:pt x="0" y="4833533"/>
                </a:lnTo>
                <a:lnTo>
                  <a:pt x="0" y="3734194"/>
                </a:lnTo>
                <a:lnTo>
                  <a:pt x="0" y="3542069"/>
                </a:lnTo>
                <a:lnTo>
                  <a:pt x="0" y="259692"/>
                </a:lnTo>
                <a:close/>
              </a:path>
            </a:pathLst>
          </a:custGeom>
          <a:solidFill>
            <a:schemeClr val="bg1"/>
          </a:solidFill>
          <a:ln w="44450">
            <a:noFill/>
          </a:ln>
          <a:effectLst/>
        </p:spPr>
        <p:style>
          <a:lnRef idx="2">
            <a:schemeClr val="accent1">
              <a:shade val="50000"/>
            </a:schemeClr>
          </a:lnRef>
          <a:fillRef idx="1003">
            <a:schemeClr val="dk2"/>
          </a:fillRef>
          <a:effectRef idx="0">
            <a:schemeClr val="accent1"/>
          </a:effectRef>
          <a:fontRef idx="minor">
            <a:schemeClr val="lt1"/>
          </a:fontRef>
        </p:style>
        <p:txBody>
          <a:bodyPr wrap="square" rtlCol="0" anchor="ctr">
            <a:noAutofit/>
          </a:bodyPr>
          <a:lstStyle/>
          <a:p>
            <a:pPr algn="ctr"/>
            <a:endParaRPr lang="en-US"/>
          </a:p>
        </p:txBody>
      </p:sp>
      <p:pic>
        <p:nvPicPr>
          <p:cNvPr id="4" name="Picture 3" descr="Chart, line chart, histogram&#10;&#10;Description automatically generated">
            <a:extLst>
              <a:ext uri="{FF2B5EF4-FFF2-40B4-BE49-F238E27FC236}">
                <a16:creationId xmlns:a16="http://schemas.microsoft.com/office/drawing/2014/main" id="{7F4903B6-E496-43F1-8DEE-E89864695A87}"/>
              </a:ext>
            </a:extLst>
          </p:cNvPr>
          <p:cNvPicPr>
            <a:picLocks noChangeAspect="1"/>
          </p:cNvPicPr>
          <p:nvPr/>
        </p:nvPicPr>
        <p:blipFill>
          <a:blip r:embed="rId3"/>
          <a:stretch>
            <a:fillRect/>
          </a:stretch>
        </p:blipFill>
        <p:spPr>
          <a:xfrm>
            <a:off x="1733776" y="626940"/>
            <a:ext cx="8733441" cy="3864547"/>
          </a:xfrm>
          <a:prstGeom prst="rect">
            <a:avLst/>
          </a:prstGeom>
        </p:spPr>
      </p:pic>
    </p:spTree>
    <p:extLst>
      <p:ext uri="{BB962C8B-B14F-4D97-AF65-F5344CB8AC3E}">
        <p14:creationId xmlns:p14="http://schemas.microsoft.com/office/powerpoint/2010/main" val="70778917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23D09407-53BC-485E-B4CE-BC5E4FC4B2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921DB988-49FC-4608-B0A2-E2F3A401904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755903" y="3399769"/>
            <a:ext cx="10640754" cy="775845"/>
          </a:xfrm>
        </p:spPr>
        <p:txBody>
          <a:bodyPr vert="horz" lIns="91440" tIns="45720" rIns="91440" bIns="45720" rtlCol="0" anchor="b">
            <a:normAutofit/>
          </a:bodyPr>
          <a:lstStyle/>
          <a:p>
            <a:pPr algn="ctr"/>
            <a:r>
              <a:rPr lang="en-US" kern="1200">
                <a:solidFill>
                  <a:schemeClr val="tx2"/>
                </a:solidFill>
                <a:latin typeface="+mj-lt"/>
                <a:ea typeface="+mj-ea"/>
                <a:cs typeface="+mj-cs"/>
              </a:rPr>
              <a:t>rESULTS</a:t>
            </a:r>
          </a:p>
        </p:txBody>
      </p:sp>
      <p:grpSp>
        <p:nvGrpSpPr>
          <p:cNvPr id="14" name="Group 13">
            <a:extLst>
              <a:ext uri="{FF2B5EF4-FFF2-40B4-BE49-F238E27FC236}">
                <a16:creationId xmlns:a16="http://schemas.microsoft.com/office/drawing/2014/main" id="{E9B930FD-8671-4C4C-ADCF-73AC1D0CD41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flipH="1">
            <a:off x="9676747" y="0"/>
            <a:ext cx="2514948" cy="2174333"/>
            <a:chOff x="-305" y="-4155"/>
            <a:chExt cx="2514948" cy="2174333"/>
          </a:xfrm>
        </p:grpSpPr>
        <p:sp>
          <p:nvSpPr>
            <p:cNvPr id="15" name="Freeform: Shape 14">
              <a:extLst>
                <a:ext uri="{FF2B5EF4-FFF2-40B4-BE49-F238E27FC236}">
                  <a16:creationId xmlns:a16="http://schemas.microsoft.com/office/drawing/2014/main" id="{C35B12C1-569C-4E37-AA33-7EF215F201B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23E2660-7810-46F6-8752-187127C830C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C991DC45-0378-45B3-B325-FB8F98545E6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800"/>
            </a:p>
          </p:txBody>
        </p:sp>
        <p:sp>
          <p:nvSpPr>
            <p:cNvPr id="18" name="Freeform: Shape 17">
              <a:extLst>
                <a:ext uri="{FF2B5EF4-FFF2-40B4-BE49-F238E27FC236}">
                  <a16:creationId xmlns:a16="http://schemas.microsoft.com/office/drawing/2014/main" id="{E228F5BA-5150-4554-B7EA-93F371F3B17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5" name="Picture 4" descr="Graphical user interface, chart, histogram&#10;&#10;Description automatically generated">
            <a:extLst>
              <a:ext uri="{FF2B5EF4-FFF2-40B4-BE49-F238E27FC236}">
                <a16:creationId xmlns:a16="http://schemas.microsoft.com/office/drawing/2014/main" id="{25C69123-53F2-42A3-A7F6-C40AF069853E}"/>
              </a:ext>
            </a:extLst>
          </p:cNvPr>
          <p:cNvPicPr>
            <a:picLocks noChangeAspect="1"/>
          </p:cNvPicPr>
          <p:nvPr/>
        </p:nvPicPr>
        <p:blipFill>
          <a:blip r:embed="rId3"/>
          <a:stretch>
            <a:fillRect/>
          </a:stretch>
        </p:blipFill>
        <p:spPr>
          <a:xfrm>
            <a:off x="2930946" y="320231"/>
            <a:ext cx="6268655" cy="2836567"/>
          </a:xfrm>
          <a:prstGeom prst="rect">
            <a:avLst/>
          </a:prstGeom>
        </p:spPr>
      </p:pic>
      <p:grpSp>
        <p:nvGrpSpPr>
          <p:cNvPr id="20" name="Group 19">
            <a:extLst>
              <a:ext uri="{FF2B5EF4-FFF2-40B4-BE49-F238E27FC236}">
                <a16:creationId xmlns:a16="http://schemas.microsoft.com/office/drawing/2014/main" id="{383C2651-AE0C-4AE4-8725-E2F9414FE21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rot="10800000" flipH="1">
            <a:off x="-305" y="4322879"/>
            <a:ext cx="3378428" cy="2535121"/>
            <a:chOff x="-305" y="-1"/>
            <a:chExt cx="3832880" cy="2876136"/>
          </a:xfrm>
        </p:grpSpPr>
        <p:sp>
          <p:nvSpPr>
            <p:cNvPr id="21" name="Freeform: Shape 20">
              <a:extLst>
                <a:ext uri="{FF2B5EF4-FFF2-40B4-BE49-F238E27FC236}">
                  <a16:creationId xmlns:a16="http://schemas.microsoft.com/office/drawing/2014/main" id="{CCE13265-B5D2-47B4-A199-E05F390D5B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15424" cy="2653659"/>
            </a:xfrm>
            <a:custGeom>
              <a:avLst/>
              <a:gdLst>
                <a:gd name="connsiteX0" fmla="*/ 3203055 w 3815424"/>
                <a:gd name="connsiteY0" fmla="*/ 0 h 2653659"/>
                <a:gd name="connsiteX1" fmla="*/ 3815424 w 3815424"/>
                <a:gd name="connsiteY1" fmla="*/ 0 h 2653659"/>
                <a:gd name="connsiteX2" fmla="*/ 3801025 w 3815424"/>
                <a:gd name="connsiteY2" fmla="*/ 214243 h 2653659"/>
                <a:gd name="connsiteX3" fmla="*/ 587142 w 3815424"/>
                <a:gd name="connsiteY3" fmla="*/ 2653659 h 2653659"/>
                <a:gd name="connsiteX4" fmla="*/ 53389 w 3815424"/>
                <a:gd name="connsiteY4" fmla="*/ 2605041 h 2653659"/>
                <a:gd name="connsiteX5" fmla="*/ 0 w 3815424"/>
                <a:gd name="connsiteY5" fmla="*/ 2593136 h 2653659"/>
                <a:gd name="connsiteX6" fmla="*/ 0 w 3815424"/>
                <a:gd name="connsiteY6" fmla="*/ 1994836 h 2653659"/>
                <a:gd name="connsiteX7" fmla="*/ 159710 w 3815424"/>
                <a:gd name="connsiteY7" fmla="*/ 2035054 h 2653659"/>
                <a:gd name="connsiteX8" fmla="*/ 587142 w 3815424"/>
                <a:gd name="connsiteY8" fmla="*/ 2075152 h 2653659"/>
                <a:gd name="connsiteX9" fmla="*/ 1549283 w 3815424"/>
                <a:gd name="connsiteY9" fmla="*/ 1900153 h 2653659"/>
                <a:gd name="connsiteX10" fmla="*/ 2406698 w 3815424"/>
                <a:gd name="connsiteY10" fmla="*/ 1418450 h 2653659"/>
                <a:gd name="connsiteX11" fmla="*/ 2996069 w 3815424"/>
                <a:gd name="connsiteY11" fmla="*/ 728678 h 2653659"/>
                <a:gd name="connsiteX12" fmla="*/ 3193967 w 3815424"/>
                <a:gd name="connsiteY12" fmla="*/ 137719 h 2653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5424" h="2653659">
                  <a:moveTo>
                    <a:pt x="3203055" y="0"/>
                  </a:moveTo>
                  <a:lnTo>
                    <a:pt x="3815424" y="0"/>
                  </a:lnTo>
                  <a:lnTo>
                    <a:pt x="3801025" y="214243"/>
                  </a:lnTo>
                  <a:cubicBezTo>
                    <a:pt x="3616317" y="1584467"/>
                    <a:pt x="2091637" y="2653659"/>
                    <a:pt x="587142" y="2653659"/>
                  </a:cubicBezTo>
                  <a:cubicBezTo>
                    <a:pt x="400192" y="2653659"/>
                    <a:pt x="222112" y="2636953"/>
                    <a:pt x="53389" y="2605041"/>
                  </a:cubicBezTo>
                  <a:lnTo>
                    <a:pt x="0" y="2593136"/>
                  </a:lnTo>
                  <a:lnTo>
                    <a:pt x="0" y="1994836"/>
                  </a:lnTo>
                  <a:lnTo>
                    <a:pt x="159710" y="2035054"/>
                  </a:lnTo>
                  <a:cubicBezTo>
                    <a:pt x="295467" y="2061726"/>
                    <a:pt x="438268" y="2075152"/>
                    <a:pt x="587142" y="2075152"/>
                  </a:cubicBezTo>
                  <a:cubicBezTo>
                    <a:pt x="901731" y="2075152"/>
                    <a:pt x="1234490" y="2014697"/>
                    <a:pt x="1549283" y="1900153"/>
                  </a:cubicBezTo>
                  <a:cubicBezTo>
                    <a:pt x="1860709" y="1786959"/>
                    <a:pt x="2157231" y="1620350"/>
                    <a:pt x="2406698" y="1418450"/>
                  </a:cubicBezTo>
                  <a:cubicBezTo>
                    <a:pt x="2655859" y="1216840"/>
                    <a:pt x="2859596" y="978302"/>
                    <a:pt x="2996069" y="728678"/>
                  </a:cubicBezTo>
                  <a:cubicBezTo>
                    <a:pt x="3101178" y="536396"/>
                    <a:pt x="3167417" y="338366"/>
                    <a:pt x="3193967" y="137719"/>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693EBD03-D832-462C-9304-7273698ED4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15424" cy="2653660"/>
            </a:xfrm>
            <a:custGeom>
              <a:avLst/>
              <a:gdLst>
                <a:gd name="connsiteX0" fmla="*/ 3305038 w 3815424"/>
                <a:gd name="connsiteY0" fmla="*/ 0 h 2653660"/>
                <a:gd name="connsiteX1" fmla="*/ 3815424 w 3815424"/>
                <a:gd name="connsiteY1" fmla="*/ 0 h 2653660"/>
                <a:gd name="connsiteX2" fmla="*/ 3801025 w 3815424"/>
                <a:gd name="connsiteY2" fmla="*/ 214244 h 2653660"/>
                <a:gd name="connsiteX3" fmla="*/ 587142 w 3815424"/>
                <a:gd name="connsiteY3" fmla="*/ 2653660 h 2653660"/>
                <a:gd name="connsiteX4" fmla="*/ 53389 w 3815424"/>
                <a:gd name="connsiteY4" fmla="*/ 2605042 h 2653660"/>
                <a:gd name="connsiteX5" fmla="*/ 0 w 3815424"/>
                <a:gd name="connsiteY5" fmla="*/ 2593137 h 2653660"/>
                <a:gd name="connsiteX6" fmla="*/ 0 w 3815424"/>
                <a:gd name="connsiteY6" fmla="*/ 2094444 h 2653660"/>
                <a:gd name="connsiteX7" fmla="*/ 137675 w 3815424"/>
                <a:gd name="connsiteY7" fmla="*/ 2129195 h 2653660"/>
                <a:gd name="connsiteX8" fmla="*/ 587142 w 3815424"/>
                <a:gd name="connsiteY8" fmla="*/ 2171571 h 2653660"/>
                <a:gd name="connsiteX9" fmla="*/ 1585826 w 3815424"/>
                <a:gd name="connsiteY9" fmla="*/ 1990112 h 2653660"/>
                <a:gd name="connsiteX10" fmla="*/ 2473046 w 3815424"/>
                <a:gd name="connsiteY10" fmla="*/ 1491633 h 2653660"/>
                <a:gd name="connsiteX11" fmla="*/ 3086710 w 3815424"/>
                <a:gd name="connsiteY11" fmla="*/ 772838 h 2653660"/>
                <a:gd name="connsiteX12" fmla="*/ 3295217 w 3815424"/>
                <a:gd name="connsiteY12" fmla="*/ 149229 h 265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5424" h="2653660">
                  <a:moveTo>
                    <a:pt x="3305038" y="0"/>
                  </a:moveTo>
                  <a:lnTo>
                    <a:pt x="3815424" y="0"/>
                  </a:lnTo>
                  <a:lnTo>
                    <a:pt x="3801025" y="214244"/>
                  </a:lnTo>
                  <a:cubicBezTo>
                    <a:pt x="3616317" y="1584467"/>
                    <a:pt x="2091637" y="2653660"/>
                    <a:pt x="587142" y="2653660"/>
                  </a:cubicBezTo>
                  <a:cubicBezTo>
                    <a:pt x="400192" y="2653660"/>
                    <a:pt x="222112" y="2636954"/>
                    <a:pt x="53389" y="2605042"/>
                  </a:cubicBezTo>
                  <a:lnTo>
                    <a:pt x="0" y="2593137"/>
                  </a:lnTo>
                  <a:lnTo>
                    <a:pt x="0" y="2094444"/>
                  </a:lnTo>
                  <a:lnTo>
                    <a:pt x="137675" y="2129195"/>
                  </a:lnTo>
                  <a:cubicBezTo>
                    <a:pt x="280616" y="2157374"/>
                    <a:pt x="430766" y="2171571"/>
                    <a:pt x="587142" y="2171571"/>
                  </a:cubicBezTo>
                  <a:cubicBezTo>
                    <a:pt x="918879" y="2171571"/>
                    <a:pt x="1254904" y="2110634"/>
                    <a:pt x="1585826" y="1990112"/>
                  </a:cubicBezTo>
                  <a:cubicBezTo>
                    <a:pt x="1908071" y="1873061"/>
                    <a:pt x="2214800" y="1700666"/>
                    <a:pt x="2473046" y="1491633"/>
                  </a:cubicBezTo>
                  <a:cubicBezTo>
                    <a:pt x="2735782" y="1279031"/>
                    <a:pt x="2942276" y="1037118"/>
                    <a:pt x="3086710" y="772838"/>
                  </a:cubicBezTo>
                  <a:cubicBezTo>
                    <a:pt x="3197408" y="570216"/>
                    <a:pt x="3267226" y="361248"/>
                    <a:pt x="3295217" y="149229"/>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Shape 22">
              <a:extLst>
                <a:ext uri="{FF2B5EF4-FFF2-40B4-BE49-F238E27FC236}">
                  <a16:creationId xmlns:a16="http://schemas.microsoft.com/office/drawing/2014/main" id="{0D53D3E2-805E-40D2-964F-352BF6D476B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15986" cy="2675935"/>
            </a:xfrm>
            <a:custGeom>
              <a:avLst/>
              <a:gdLst>
                <a:gd name="connsiteX0" fmla="*/ 3648768 w 3815986"/>
                <a:gd name="connsiteY0" fmla="*/ 0 h 2675935"/>
                <a:gd name="connsiteX1" fmla="*/ 3815986 w 3815986"/>
                <a:gd name="connsiteY1" fmla="*/ 0 h 2675935"/>
                <a:gd name="connsiteX2" fmla="*/ 3804695 w 3815986"/>
                <a:gd name="connsiteY2" fmla="*/ 200084 h 2675935"/>
                <a:gd name="connsiteX3" fmla="*/ 3762590 w 3815986"/>
                <a:gd name="connsiteY3" fmla="*/ 455543 h 2675935"/>
                <a:gd name="connsiteX4" fmla="*/ 3592332 w 3815986"/>
                <a:gd name="connsiteY4" fmla="*/ 947274 h 2675935"/>
                <a:gd name="connsiteX5" fmla="*/ 2953967 w 3815986"/>
                <a:gd name="connsiteY5" fmla="*/ 1782349 h 2675935"/>
                <a:gd name="connsiteX6" fmla="*/ 2530669 w 3815986"/>
                <a:gd name="connsiteY6" fmla="*/ 2109494 h 2675935"/>
                <a:gd name="connsiteX7" fmla="*/ 2057561 w 3815986"/>
                <a:gd name="connsiteY7" fmla="*/ 2369245 h 2675935"/>
                <a:gd name="connsiteX8" fmla="*/ 1007330 w 3815986"/>
                <a:gd name="connsiteY8" fmla="*/ 2655701 h 2675935"/>
                <a:gd name="connsiteX9" fmla="*/ 732765 w 3815986"/>
                <a:gd name="connsiteY9" fmla="*/ 2674696 h 2675935"/>
                <a:gd name="connsiteX10" fmla="*/ 457666 w 3815986"/>
                <a:gd name="connsiteY10" fmla="*/ 2670839 h 2675935"/>
                <a:gd name="connsiteX11" fmla="*/ 183574 w 3815986"/>
                <a:gd name="connsiteY11" fmla="*/ 2643312 h 2675935"/>
                <a:gd name="connsiteX12" fmla="*/ 0 w 3815986"/>
                <a:gd name="connsiteY12" fmla="*/ 2607798 h 2675935"/>
                <a:gd name="connsiteX13" fmla="*/ 0 w 3815986"/>
                <a:gd name="connsiteY13" fmla="*/ 2356652 h 2675935"/>
                <a:gd name="connsiteX14" fmla="*/ 222195 w 3815986"/>
                <a:gd name="connsiteY14" fmla="*/ 2396940 h 2675935"/>
                <a:gd name="connsiteX15" fmla="*/ 472364 w 3815986"/>
                <a:gd name="connsiteY15" fmla="*/ 2419092 h 2675935"/>
                <a:gd name="connsiteX16" fmla="*/ 974972 w 3815986"/>
                <a:gd name="connsiteY16" fmla="*/ 2402122 h 2675935"/>
                <a:gd name="connsiteX17" fmla="*/ 1468292 w 3815986"/>
                <a:gd name="connsiteY17" fmla="*/ 2304162 h 2675935"/>
                <a:gd name="connsiteX18" fmla="*/ 1940176 w 3815986"/>
                <a:gd name="connsiteY18" fmla="*/ 2133695 h 2675935"/>
                <a:gd name="connsiteX19" fmla="*/ 2783403 w 3815986"/>
                <a:gd name="connsiteY19" fmla="*/ 1609954 h 2675935"/>
                <a:gd name="connsiteX20" fmla="*/ 3128104 w 3815986"/>
                <a:gd name="connsiteY20" fmla="*/ 1260439 h 2675935"/>
                <a:gd name="connsiteX21" fmla="*/ 3400639 w 3815986"/>
                <a:gd name="connsiteY21" fmla="*/ 859052 h 2675935"/>
                <a:gd name="connsiteX22" fmla="*/ 3585595 w 3815986"/>
                <a:gd name="connsiteY22" fmla="*/ 415336 h 2675935"/>
                <a:gd name="connsiteX23" fmla="*/ 3635918 w 3815986"/>
                <a:gd name="connsiteY23" fmla="*/ 181137 h 267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5986" h="2675935">
                  <a:moveTo>
                    <a:pt x="3648768" y="0"/>
                  </a:moveTo>
                  <a:lnTo>
                    <a:pt x="3815986" y="0"/>
                  </a:lnTo>
                  <a:lnTo>
                    <a:pt x="3804695" y="200084"/>
                  </a:lnTo>
                  <a:cubicBezTo>
                    <a:pt x="3795228" y="285751"/>
                    <a:pt x="3781167" y="371032"/>
                    <a:pt x="3762590" y="455543"/>
                  </a:cubicBezTo>
                  <a:cubicBezTo>
                    <a:pt x="3725537" y="624467"/>
                    <a:pt x="3668784" y="790112"/>
                    <a:pt x="3592332" y="947274"/>
                  </a:cubicBezTo>
                  <a:cubicBezTo>
                    <a:pt x="3438712" y="1261596"/>
                    <a:pt x="3216091" y="1542847"/>
                    <a:pt x="2953967" y="1782349"/>
                  </a:cubicBezTo>
                  <a:cubicBezTo>
                    <a:pt x="2822599" y="1902099"/>
                    <a:pt x="2680615" y="2011341"/>
                    <a:pt x="2530669" y="2109494"/>
                  </a:cubicBezTo>
                  <a:cubicBezTo>
                    <a:pt x="2380520" y="2207551"/>
                    <a:pt x="2222510" y="2294906"/>
                    <a:pt x="2057561" y="2369245"/>
                  </a:cubicBezTo>
                  <a:cubicBezTo>
                    <a:pt x="1727252" y="2516859"/>
                    <a:pt x="1371629" y="2614434"/>
                    <a:pt x="1007330" y="2655701"/>
                  </a:cubicBezTo>
                  <a:cubicBezTo>
                    <a:pt x="916281" y="2665873"/>
                    <a:pt x="824568" y="2672188"/>
                    <a:pt x="732765" y="2674696"/>
                  </a:cubicBezTo>
                  <a:cubicBezTo>
                    <a:pt x="640963" y="2677203"/>
                    <a:pt x="549072" y="2675901"/>
                    <a:pt x="457666" y="2670839"/>
                  </a:cubicBezTo>
                  <a:cubicBezTo>
                    <a:pt x="366106" y="2665584"/>
                    <a:pt x="274572" y="2656521"/>
                    <a:pt x="183574" y="2643312"/>
                  </a:cubicBezTo>
                  <a:lnTo>
                    <a:pt x="0" y="2607798"/>
                  </a:lnTo>
                  <a:lnTo>
                    <a:pt x="0" y="2356652"/>
                  </a:lnTo>
                  <a:lnTo>
                    <a:pt x="222195" y="2396940"/>
                  </a:lnTo>
                  <a:cubicBezTo>
                    <a:pt x="304990" y="2407980"/>
                    <a:pt x="388511" y="2415283"/>
                    <a:pt x="472364" y="2419092"/>
                  </a:cubicBezTo>
                  <a:cubicBezTo>
                    <a:pt x="640376" y="2427095"/>
                    <a:pt x="808184" y="2421791"/>
                    <a:pt x="974972" y="2402122"/>
                  </a:cubicBezTo>
                  <a:cubicBezTo>
                    <a:pt x="1141658" y="2382358"/>
                    <a:pt x="1306812" y="2349286"/>
                    <a:pt x="1468292" y="2304162"/>
                  </a:cubicBezTo>
                  <a:cubicBezTo>
                    <a:pt x="1629874" y="2259231"/>
                    <a:pt x="1787475" y="2201091"/>
                    <a:pt x="1940176" y="2133695"/>
                  </a:cubicBezTo>
                  <a:cubicBezTo>
                    <a:pt x="2246498" y="2000349"/>
                    <a:pt x="2532507" y="1823520"/>
                    <a:pt x="2783403" y="1609954"/>
                  </a:cubicBezTo>
                  <a:cubicBezTo>
                    <a:pt x="2908442" y="1502833"/>
                    <a:pt x="3024295" y="1385975"/>
                    <a:pt x="3128104" y="1260439"/>
                  </a:cubicBezTo>
                  <a:cubicBezTo>
                    <a:pt x="3232116" y="1135096"/>
                    <a:pt x="3323881" y="1000689"/>
                    <a:pt x="3400639" y="859052"/>
                  </a:cubicBezTo>
                  <a:cubicBezTo>
                    <a:pt x="3477399" y="717510"/>
                    <a:pt x="3541296" y="569316"/>
                    <a:pt x="3585595" y="415336"/>
                  </a:cubicBezTo>
                  <a:cubicBezTo>
                    <a:pt x="3607796" y="338540"/>
                    <a:pt x="3624638" y="260224"/>
                    <a:pt x="3635918" y="181137"/>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Freeform: Shape 23">
              <a:extLst>
                <a:ext uri="{FF2B5EF4-FFF2-40B4-BE49-F238E27FC236}">
                  <a16:creationId xmlns:a16="http://schemas.microsoft.com/office/drawing/2014/main" id="{B7A9A916-A926-43E6-800F-432ABC3F244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32270" cy="2876136"/>
            </a:xfrm>
            <a:custGeom>
              <a:avLst/>
              <a:gdLst>
                <a:gd name="connsiteX0" fmla="*/ 3800718 w 3832270"/>
                <a:gd name="connsiteY0" fmla="*/ 0 h 2876136"/>
                <a:gd name="connsiteX1" fmla="*/ 3832270 w 3832270"/>
                <a:gd name="connsiteY1" fmla="*/ 0 h 2876136"/>
                <a:gd name="connsiteX2" fmla="*/ 3824562 w 3832270"/>
                <a:gd name="connsiteY2" fmla="*/ 143769 h 2876136"/>
                <a:gd name="connsiteX3" fmla="*/ 3628155 w 3832270"/>
                <a:gd name="connsiteY3" fmla="*/ 922055 h 2876136"/>
                <a:gd name="connsiteX4" fmla="*/ 3514853 w 3832270"/>
                <a:gd name="connsiteY4" fmla="*/ 1169078 h 2876136"/>
                <a:gd name="connsiteX5" fmla="*/ 3379198 w 3832270"/>
                <a:gd name="connsiteY5" fmla="*/ 1407037 h 2876136"/>
                <a:gd name="connsiteX6" fmla="*/ 3043787 w 3832270"/>
                <a:gd name="connsiteY6" fmla="*/ 1848342 h 2876136"/>
                <a:gd name="connsiteX7" fmla="*/ 2845661 w 3832270"/>
                <a:gd name="connsiteY7" fmla="*/ 2047444 h 2876136"/>
                <a:gd name="connsiteX8" fmla="*/ 2793197 w 3832270"/>
                <a:gd name="connsiteY8" fmla="*/ 2094689 h 2876136"/>
                <a:gd name="connsiteX9" fmla="*/ 2739710 w 3832270"/>
                <a:gd name="connsiteY9" fmla="*/ 2140969 h 2876136"/>
                <a:gd name="connsiteX10" fmla="*/ 2629166 w 3832270"/>
                <a:gd name="connsiteY10" fmla="*/ 2229867 h 2876136"/>
                <a:gd name="connsiteX11" fmla="*/ 2145952 w 3832270"/>
                <a:gd name="connsiteY11" fmla="*/ 2535994 h 2876136"/>
                <a:gd name="connsiteX12" fmla="*/ 1034987 w 3832270"/>
                <a:gd name="connsiteY12" fmla="*/ 2863910 h 2876136"/>
                <a:gd name="connsiteX13" fmla="*/ 741909 w 3832270"/>
                <a:gd name="connsiteY13" fmla="*/ 2875939 h 2876136"/>
                <a:gd name="connsiteX14" fmla="*/ 450208 w 3832270"/>
                <a:gd name="connsiteY14" fmla="*/ 2857451 h 2876136"/>
                <a:gd name="connsiteX15" fmla="*/ 22215 w 3832270"/>
                <a:gd name="connsiteY15" fmla="*/ 2775923 h 2876136"/>
                <a:gd name="connsiteX16" fmla="*/ 0 w 3832270"/>
                <a:gd name="connsiteY16" fmla="*/ 2769256 h 2876136"/>
                <a:gd name="connsiteX17" fmla="*/ 0 w 3832270"/>
                <a:gd name="connsiteY17" fmla="*/ 2590612 h 2876136"/>
                <a:gd name="connsiteX18" fmla="*/ 199046 w 3832270"/>
                <a:gd name="connsiteY18" fmla="*/ 2627410 h 2876136"/>
                <a:gd name="connsiteX19" fmla="*/ 468174 w 3832270"/>
                <a:gd name="connsiteY19" fmla="*/ 2649670 h 2876136"/>
                <a:gd name="connsiteX20" fmla="*/ 1003650 w 3832270"/>
                <a:gd name="connsiteY20" fmla="*/ 2622480 h 2876136"/>
                <a:gd name="connsiteX21" fmla="*/ 1266489 w 3832270"/>
                <a:gd name="connsiteY21" fmla="*/ 2573982 h 2876136"/>
                <a:gd name="connsiteX22" fmla="*/ 1524223 w 3832270"/>
                <a:gd name="connsiteY22" fmla="*/ 2504657 h 2876136"/>
                <a:gd name="connsiteX23" fmla="*/ 1775731 w 3832270"/>
                <a:gd name="connsiteY23" fmla="*/ 2416243 h 2876136"/>
                <a:gd name="connsiteX24" fmla="*/ 2019789 w 3832270"/>
                <a:gd name="connsiteY24" fmla="*/ 2309412 h 2876136"/>
                <a:gd name="connsiteX25" fmla="*/ 2482486 w 3832270"/>
                <a:gd name="connsiteY25" fmla="*/ 2046962 h 2876136"/>
                <a:gd name="connsiteX26" fmla="*/ 2591908 w 3832270"/>
                <a:gd name="connsiteY26" fmla="*/ 1971371 h 2876136"/>
                <a:gd name="connsiteX27" fmla="*/ 2645702 w 3832270"/>
                <a:gd name="connsiteY27" fmla="*/ 1932321 h 2876136"/>
                <a:gd name="connsiteX28" fmla="*/ 2698779 w 3832270"/>
                <a:gd name="connsiteY28" fmla="*/ 1892309 h 2876136"/>
                <a:gd name="connsiteX29" fmla="*/ 2903537 w 3832270"/>
                <a:gd name="connsiteY29" fmla="*/ 1722516 h 2876136"/>
                <a:gd name="connsiteX30" fmla="*/ 3269061 w 3832270"/>
                <a:gd name="connsiteY30" fmla="*/ 1337327 h 2876136"/>
                <a:gd name="connsiteX31" fmla="*/ 3424928 w 3832270"/>
                <a:gd name="connsiteY31" fmla="*/ 1122508 h 2876136"/>
                <a:gd name="connsiteX32" fmla="*/ 3557622 w 3832270"/>
                <a:gd name="connsiteY32" fmla="*/ 893226 h 2876136"/>
                <a:gd name="connsiteX33" fmla="*/ 3587019 w 3832270"/>
                <a:gd name="connsiteY33" fmla="*/ 833929 h 2876136"/>
                <a:gd name="connsiteX34" fmla="*/ 3601310 w 3832270"/>
                <a:gd name="connsiteY34" fmla="*/ 804040 h 2876136"/>
                <a:gd name="connsiteX35" fmla="*/ 3614885 w 3832270"/>
                <a:gd name="connsiteY35" fmla="*/ 773861 h 2876136"/>
                <a:gd name="connsiteX36" fmla="*/ 3640812 w 3832270"/>
                <a:gd name="connsiteY36" fmla="*/ 713022 h 2876136"/>
                <a:gd name="connsiteX37" fmla="*/ 3665105 w 3832270"/>
                <a:gd name="connsiteY37" fmla="*/ 651506 h 2876136"/>
                <a:gd name="connsiteX38" fmla="*/ 3744110 w 3832270"/>
                <a:gd name="connsiteY38" fmla="*/ 399567 h 2876136"/>
                <a:gd name="connsiteX39" fmla="*/ 3792123 w 3832270"/>
                <a:gd name="connsiteY39" fmla="*/ 140444 h 28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32270" h="2876136">
                  <a:moveTo>
                    <a:pt x="3800718" y="0"/>
                  </a:moveTo>
                  <a:lnTo>
                    <a:pt x="3832270" y="0"/>
                  </a:lnTo>
                  <a:lnTo>
                    <a:pt x="3824562" y="143769"/>
                  </a:lnTo>
                  <a:cubicBezTo>
                    <a:pt x="3797131" y="409191"/>
                    <a:pt x="3730585" y="671345"/>
                    <a:pt x="3628155" y="922055"/>
                  </a:cubicBezTo>
                  <a:cubicBezTo>
                    <a:pt x="3593858" y="1005553"/>
                    <a:pt x="3556704" y="1088280"/>
                    <a:pt x="3514853" y="1169078"/>
                  </a:cubicBezTo>
                  <a:cubicBezTo>
                    <a:pt x="3473616" y="1250166"/>
                    <a:pt x="3428194" y="1329517"/>
                    <a:pt x="3379198" y="1407037"/>
                  </a:cubicBezTo>
                  <a:cubicBezTo>
                    <a:pt x="3281106" y="1561980"/>
                    <a:pt x="3169132" y="1710174"/>
                    <a:pt x="3043787" y="1848342"/>
                  </a:cubicBezTo>
                  <a:cubicBezTo>
                    <a:pt x="2980806" y="1917184"/>
                    <a:pt x="2915071" y="1984001"/>
                    <a:pt x="2845661" y="2047444"/>
                  </a:cubicBezTo>
                  <a:cubicBezTo>
                    <a:pt x="2828411" y="2063450"/>
                    <a:pt x="2811060" y="2079263"/>
                    <a:pt x="2793197" y="2094689"/>
                  </a:cubicBezTo>
                  <a:cubicBezTo>
                    <a:pt x="2775436" y="2110213"/>
                    <a:pt x="2757982" y="2126025"/>
                    <a:pt x="2739710" y="2140969"/>
                  </a:cubicBezTo>
                  <a:cubicBezTo>
                    <a:pt x="2703576" y="2171341"/>
                    <a:pt x="2666524" y="2200749"/>
                    <a:pt x="2629166" y="2229867"/>
                  </a:cubicBezTo>
                  <a:cubicBezTo>
                    <a:pt x="2479015" y="2345569"/>
                    <a:pt x="2316821" y="2448061"/>
                    <a:pt x="2145952" y="2535994"/>
                  </a:cubicBezTo>
                  <a:cubicBezTo>
                    <a:pt x="1804312" y="2711957"/>
                    <a:pt x="1424600" y="2826982"/>
                    <a:pt x="1034987" y="2863910"/>
                  </a:cubicBezTo>
                  <a:cubicBezTo>
                    <a:pt x="937762" y="2873167"/>
                    <a:pt x="839720" y="2877096"/>
                    <a:pt x="741909" y="2875939"/>
                  </a:cubicBezTo>
                  <a:cubicBezTo>
                    <a:pt x="644097" y="2874782"/>
                    <a:pt x="546515" y="2868539"/>
                    <a:pt x="450208" y="2857451"/>
                  </a:cubicBezTo>
                  <a:cubicBezTo>
                    <a:pt x="305520" y="2840674"/>
                    <a:pt x="162095" y="2813810"/>
                    <a:pt x="22215" y="2775923"/>
                  </a:cubicBezTo>
                  <a:lnTo>
                    <a:pt x="0" y="2769256"/>
                  </a:lnTo>
                  <a:lnTo>
                    <a:pt x="0" y="2590612"/>
                  </a:lnTo>
                  <a:lnTo>
                    <a:pt x="199046" y="2627410"/>
                  </a:lnTo>
                  <a:cubicBezTo>
                    <a:pt x="288321" y="2639209"/>
                    <a:pt x="378197" y="2646537"/>
                    <a:pt x="468174" y="2649670"/>
                  </a:cubicBezTo>
                  <a:cubicBezTo>
                    <a:pt x="648333" y="2656805"/>
                    <a:pt x="826655" y="2647163"/>
                    <a:pt x="1003650" y="2622480"/>
                  </a:cubicBezTo>
                  <a:cubicBezTo>
                    <a:pt x="1091943" y="2609658"/>
                    <a:pt x="1179725" y="2593747"/>
                    <a:pt x="1266489" y="2573982"/>
                  </a:cubicBezTo>
                  <a:cubicBezTo>
                    <a:pt x="1353250" y="2553927"/>
                    <a:pt x="1439298" y="2531076"/>
                    <a:pt x="1524223" y="2504657"/>
                  </a:cubicBezTo>
                  <a:cubicBezTo>
                    <a:pt x="1609149" y="2478336"/>
                    <a:pt x="1693052" y="2448833"/>
                    <a:pt x="1775731" y="2416243"/>
                  </a:cubicBezTo>
                  <a:cubicBezTo>
                    <a:pt x="1858309" y="2383557"/>
                    <a:pt x="1939764" y="2347882"/>
                    <a:pt x="2019789" y="2309412"/>
                  </a:cubicBezTo>
                  <a:cubicBezTo>
                    <a:pt x="2179839" y="2232567"/>
                    <a:pt x="2334583" y="2144923"/>
                    <a:pt x="2482486" y="2046962"/>
                  </a:cubicBezTo>
                  <a:cubicBezTo>
                    <a:pt x="2519334" y="2022376"/>
                    <a:pt x="2556081" y="1997403"/>
                    <a:pt x="2591908" y="1971371"/>
                  </a:cubicBezTo>
                  <a:cubicBezTo>
                    <a:pt x="2610077" y="1958644"/>
                    <a:pt x="2627838" y="1945434"/>
                    <a:pt x="2645702" y="1932321"/>
                  </a:cubicBezTo>
                  <a:cubicBezTo>
                    <a:pt x="2663666" y="1919305"/>
                    <a:pt x="2681325" y="1905903"/>
                    <a:pt x="2698779" y="1892309"/>
                  </a:cubicBezTo>
                  <a:cubicBezTo>
                    <a:pt x="2768903" y="1838025"/>
                    <a:pt x="2837496" y="1781717"/>
                    <a:pt x="2903537" y="1722516"/>
                  </a:cubicBezTo>
                  <a:cubicBezTo>
                    <a:pt x="3035926" y="1604501"/>
                    <a:pt x="3158720" y="1475784"/>
                    <a:pt x="3269061" y="1337327"/>
                  </a:cubicBezTo>
                  <a:cubicBezTo>
                    <a:pt x="3324182" y="1268099"/>
                    <a:pt x="3376341" y="1196461"/>
                    <a:pt x="3424928" y="1122508"/>
                  </a:cubicBezTo>
                  <a:cubicBezTo>
                    <a:pt x="3472697" y="1048170"/>
                    <a:pt x="3517814" y="972000"/>
                    <a:pt x="3557622" y="893226"/>
                  </a:cubicBezTo>
                  <a:cubicBezTo>
                    <a:pt x="3567931" y="873654"/>
                    <a:pt x="3577526" y="853791"/>
                    <a:pt x="3587019" y="833929"/>
                  </a:cubicBezTo>
                  <a:lnTo>
                    <a:pt x="3601310" y="804040"/>
                  </a:lnTo>
                  <a:lnTo>
                    <a:pt x="3614885" y="773861"/>
                  </a:lnTo>
                  <a:cubicBezTo>
                    <a:pt x="3623766" y="753709"/>
                    <a:pt x="3632748" y="733559"/>
                    <a:pt x="3640812" y="713022"/>
                  </a:cubicBezTo>
                  <a:cubicBezTo>
                    <a:pt x="3648876" y="692485"/>
                    <a:pt x="3657756" y="672236"/>
                    <a:pt x="3665105" y="651506"/>
                  </a:cubicBezTo>
                  <a:cubicBezTo>
                    <a:pt x="3696544" y="569166"/>
                    <a:pt x="3723185" y="485089"/>
                    <a:pt x="3744110" y="399567"/>
                  </a:cubicBezTo>
                  <a:cubicBezTo>
                    <a:pt x="3765341" y="314238"/>
                    <a:pt x="3781392" y="227654"/>
                    <a:pt x="3792123" y="140444"/>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60674466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47942995-B07F-4636-9A06-C6A104B260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1113810" y="2960716"/>
            <a:ext cx="4036334" cy="2387600"/>
          </a:xfrm>
        </p:spPr>
        <p:txBody>
          <a:bodyPr vert="horz" lIns="91440" tIns="45720" rIns="91440" bIns="45720" rtlCol="0" anchor="t">
            <a:normAutofit/>
          </a:bodyPr>
          <a:lstStyle/>
          <a:p>
            <a:r>
              <a:rPr lang="en-US" sz="5400" kern="1200">
                <a:solidFill>
                  <a:schemeClr val="tx1"/>
                </a:solidFill>
                <a:latin typeface="+mj-lt"/>
                <a:ea typeface="+mj-ea"/>
                <a:cs typeface="+mj-cs"/>
              </a:rPr>
              <a:t>rESULTS</a:t>
            </a:r>
          </a:p>
        </p:txBody>
      </p:sp>
      <p:grpSp>
        <p:nvGrpSpPr>
          <p:cNvPr id="11" name="Group 10">
            <a:extLst>
              <a:ext uri="{FF2B5EF4-FFF2-40B4-BE49-F238E27FC236}">
                <a16:creationId xmlns:a16="http://schemas.microsoft.com/office/drawing/2014/main" id="{032D8612-31EB-44CF-A1D0-14FD4C7054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2984992"/>
            <a:ext cx="731521" cy="673460"/>
            <a:chOff x="3940602" y="308034"/>
            <a:chExt cx="2116791" cy="3428999"/>
          </a:xfrm>
          <a:solidFill>
            <a:schemeClr val="accent4"/>
          </a:solidFill>
        </p:grpSpPr>
        <p:sp>
          <p:nvSpPr>
            <p:cNvPr id="12" name="Rectangle 11">
              <a:extLst>
                <a:ext uri="{FF2B5EF4-FFF2-40B4-BE49-F238E27FC236}">
                  <a16:creationId xmlns:a16="http://schemas.microsoft.com/office/drawing/2014/main" id="{F19A4A0F-1B59-4DB0-9764-D10936E987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940602"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F399A70F-F8CD-4992-9EF5-6CF15472E7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4715626"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8F4FEDC-6D80-458C-A665-075D9B9500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90650"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Rectangle 15">
            <a:extLst>
              <a:ext uri="{FF2B5EF4-FFF2-40B4-BE49-F238E27FC236}">
                <a16:creationId xmlns:a16="http://schemas.microsoft.com/office/drawing/2014/main" id="{B81933D1-5615-42C7-9C0B-4EB7105CCE2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0697670" y="0"/>
            <a:ext cx="149433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19C9EAEA-39D0-4B0E-A0EB-51E7B267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85810" y="391886"/>
            <a:ext cx="6009366" cy="6017078"/>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descr="Graphical user interface, chart&#10;&#10;Description automatically generated">
            <a:extLst>
              <a:ext uri="{FF2B5EF4-FFF2-40B4-BE49-F238E27FC236}">
                <a16:creationId xmlns:a16="http://schemas.microsoft.com/office/drawing/2014/main" id="{57A849DD-463E-4F32-AD0B-F3B67EA3AD3A}"/>
              </a:ext>
            </a:extLst>
          </p:cNvPr>
          <p:cNvPicPr>
            <a:picLocks noChangeAspect="1"/>
          </p:cNvPicPr>
          <p:nvPr/>
        </p:nvPicPr>
        <p:blipFill>
          <a:blip r:embed="rId3"/>
          <a:stretch>
            <a:fillRect/>
          </a:stretch>
        </p:blipFill>
        <p:spPr>
          <a:xfrm>
            <a:off x="5922492" y="2167863"/>
            <a:ext cx="5536001" cy="2463520"/>
          </a:xfrm>
          <a:prstGeom prst="rect">
            <a:avLst/>
          </a:prstGeom>
        </p:spPr>
      </p:pic>
    </p:spTree>
    <p:extLst>
      <p:ext uri="{BB962C8B-B14F-4D97-AF65-F5344CB8AC3E}">
        <p14:creationId xmlns:p14="http://schemas.microsoft.com/office/powerpoint/2010/main" val="382797402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826B4A43-2A34-4B22-882C-D7552FA9C7D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A5271697-90F1-4A23-8EF2-0179F2EAFA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
            <a:ext cx="606972" cy="3233984"/>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9F5512A-48E1-4C07-B75E-3CCC517B680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3233984"/>
            <a:ext cx="606972" cy="362401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B429BAE5-B200-4FC0-BBC1-8D7C57D1D9F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06971" y="0"/>
            <a:ext cx="4565104"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1036685" y="1152144"/>
            <a:ext cx="3794760" cy="3072393"/>
          </a:xfrm>
        </p:spPr>
        <p:txBody>
          <a:bodyPr vert="horz" lIns="91440" tIns="45720" rIns="91440" bIns="45720" rtlCol="0" anchor="b">
            <a:normAutofit/>
          </a:bodyPr>
          <a:lstStyle/>
          <a:p>
            <a:r>
              <a:rPr lang="en-US" sz="5600" kern="1200">
                <a:solidFill>
                  <a:schemeClr val="tx1"/>
                </a:solidFill>
                <a:latin typeface="+mj-lt"/>
                <a:ea typeface="+mj-ea"/>
                <a:cs typeface="+mj-cs"/>
              </a:rPr>
              <a:t>rESULTS</a:t>
            </a:r>
          </a:p>
        </p:txBody>
      </p:sp>
      <p:grpSp>
        <p:nvGrpSpPr>
          <p:cNvPr id="18" name="Group 17">
            <a:extLst>
              <a:ext uri="{FF2B5EF4-FFF2-40B4-BE49-F238E27FC236}">
                <a16:creationId xmlns:a16="http://schemas.microsoft.com/office/drawing/2014/main" id="{A9644633-5AE1-44D6-8F5F-6376DDA130C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188720" y="73152"/>
            <a:ext cx="1178966" cy="232963"/>
            <a:chOff x="7763256" y="73152"/>
            <a:chExt cx="1178966" cy="232963"/>
          </a:xfrm>
        </p:grpSpPr>
        <p:sp>
          <p:nvSpPr>
            <p:cNvPr id="19" name="Rectangle 64">
              <a:extLst>
                <a:ext uri="{FF2B5EF4-FFF2-40B4-BE49-F238E27FC236}">
                  <a16:creationId xmlns:a16="http://schemas.microsoft.com/office/drawing/2014/main" id="{4FA74995-C5A7-4DBF-BFD1-C4831852DF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63077"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66">
              <a:extLst>
                <a:ext uri="{FF2B5EF4-FFF2-40B4-BE49-F238E27FC236}">
                  <a16:creationId xmlns:a16="http://schemas.microsoft.com/office/drawing/2014/main" id="{009DC7CE-EC50-455B-AEF3-758096A62E4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63077"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64">
              <a:extLst>
                <a:ext uri="{FF2B5EF4-FFF2-40B4-BE49-F238E27FC236}">
                  <a16:creationId xmlns:a16="http://schemas.microsoft.com/office/drawing/2014/main" id="{680D0724-2EE2-4A8E-B7FC-994977F2A61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138122"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66">
              <a:extLst>
                <a:ext uri="{FF2B5EF4-FFF2-40B4-BE49-F238E27FC236}">
                  <a16:creationId xmlns:a16="http://schemas.microsoft.com/office/drawing/2014/main" id="{D7DD4A6B-2000-4A3E-BBCE-637ED6CDD25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138122"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64">
              <a:extLst>
                <a:ext uri="{FF2B5EF4-FFF2-40B4-BE49-F238E27FC236}">
                  <a16:creationId xmlns:a16="http://schemas.microsoft.com/office/drawing/2014/main" id="{694A6722-0FE9-4640-B93F-C2BAA89560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013167"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66">
              <a:extLst>
                <a:ext uri="{FF2B5EF4-FFF2-40B4-BE49-F238E27FC236}">
                  <a16:creationId xmlns:a16="http://schemas.microsoft.com/office/drawing/2014/main" id="{19F6A010-3765-4FAB-8CCA-7AC1891419D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013167"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64">
              <a:extLst>
                <a:ext uri="{FF2B5EF4-FFF2-40B4-BE49-F238E27FC236}">
                  <a16:creationId xmlns:a16="http://schemas.microsoft.com/office/drawing/2014/main" id="{2ED876B1-4DDC-4999-864F-EFF32EFF5CD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888211"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66">
              <a:extLst>
                <a:ext uri="{FF2B5EF4-FFF2-40B4-BE49-F238E27FC236}">
                  <a16:creationId xmlns:a16="http://schemas.microsoft.com/office/drawing/2014/main" id="{2DD9B48A-E7DB-4540-8781-F434856A755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888211"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64">
              <a:extLst>
                <a:ext uri="{FF2B5EF4-FFF2-40B4-BE49-F238E27FC236}">
                  <a16:creationId xmlns:a16="http://schemas.microsoft.com/office/drawing/2014/main" id="{2BEF54FF-8FAE-4B7F-ACE8-52ED70B04ED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763256"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66">
              <a:extLst>
                <a:ext uri="{FF2B5EF4-FFF2-40B4-BE49-F238E27FC236}">
                  <a16:creationId xmlns:a16="http://schemas.microsoft.com/office/drawing/2014/main" id="{16F687E9-D21B-46CB-8A13-9BFDA780F6D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763256"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64">
              <a:extLst>
                <a:ext uri="{FF2B5EF4-FFF2-40B4-BE49-F238E27FC236}">
                  <a16:creationId xmlns:a16="http://schemas.microsoft.com/office/drawing/2014/main" id="{49C0A7C4-BA67-480B-9F9A-E965357562B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887854"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66">
              <a:extLst>
                <a:ext uri="{FF2B5EF4-FFF2-40B4-BE49-F238E27FC236}">
                  <a16:creationId xmlns:a16="http://schemas.microsoft.com/office/drawing/2014/main" id="{5C27E413-D9C4-45A2-AB5A-A006127984C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887854"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64">
              <a:extLst>
                <a:ext uri="{FF2B5EF4-FFF2-40B4-BE49-F238E27FC236}">
                  <a16:creationId xmlns:a16="http://schemas.microsoft.com/office/drawing/2014/main" id="{76F8DD1F-1A00-4D5A-B979-33A41277C91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762899"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66">
              <a:extLst>
                <a:ext uri="{FF2B5EF4-FFF2-40B4-BE49-F238E27FC236}">
                  <a16:creationId xmlns:a16="http://schemas.microsoft.com/office/drawing/2014/main" id="{D16F8034-114D-4513-A6BD-F05ABF9AF47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762899"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64">
              <a:extLst>
                <a:ext uri="{FF2B5EF4-FFF2-40B4-BE49-F238E27FC236}">
                  <a16:creationId xmlns:a16="http://schemas.microsoft.com/office/drawing/2014/main" id="{1DAD48F0-0B0E-40E2-9ED5-E0FBB99C44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637944"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66">
              <a:extLst>
                <a:ext uri="{FF2B5EF4-FFF2-40B4-BE49-F238E27FC236}">
                  <a16:creationId xmlns:a16="http://schemas.microsoft.com/office/drawing/2014/main" id="{A58F217F-BBAB-4ACB-91C0-B119DEFDC6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637944"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64">
              <a:extLst>
                <a:ext uri="{FF2B5EF4-FFF2-40B4-BE49-F238E27FC236}">
                  <a16:creationId xmlns:a16="http://schemas.microsoft.com/office/drawing/2014/main" id="{17D6638B-4C45-4C73-AFE3-8C41F939A9B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512988"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66">
              <a:extLst>
                <a:ext uri="{FF2B5EF4-FFF2-40B4-BE49-F238E27FC236}">
                  <a16:creationId xmlns:a16="http://schemas.microsoft.com/office/drawing/2014/main" id="{31A3013F-24A0-486B-A892-92E42BD741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512988"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64">
              <a:extLst>
                <a:ext uri="{FF2B5EF4-FFF2-40B4-BE49-F238E27FC236}">
                  <a16:creationId xmlns:a16="http://schemas.microsoft.com/office/drawing/2014/main" id="{F4540C9F-BC47-470D-A9C2-4AB05FB4C5B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388033"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66">
              <a:extLst>
                <a:ext uri="{FF2B5EF4-FFF2-40B4-BE49-F238E27FC236}">
                  <a16:creationId xmlns:a16="http://schemas.microsoft.com/office/drawing/2014/main" id="{A38505B1-1AD2-47B0-8122-2EB533CBAA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388033"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 name="Picture 4" descr="Chart&#10;&#10;Description automatically generated">
            <a:extLst>
              <a:ext uri="{FF2B5EF4-FFF2-40B4-BE49-F238E27FC236}">
                <a16:creationId xmlns:a16="http://schemas.microsoft.com/office/drawing/2014/main" id="{6D3C715E-5509-450C-ACA7-C82C39E473AA}"/>
              </a:ext>
            </a:extLst>
          </p:cNvPr>
          <p:cNvPicPr>
            <a:picLocks noChangeAspect="1"/>
          </p:cNvPicPr>
          <p:nvPr/>
        </p:nvPicPr>
        <p:blipFill>
          <a:blip r:embed="rId3"/>
          <a:stretch>
            <a:fillRect/>
          </a:stretch>
        </p:blipFill>
        <p:spPr>
          <a:xfrm>
            <a:off x="5619404" y="1893223"/>
            <a:ext cx="6192981" cy="3096490"/>
          </a:xfrm>
          <a:prstGeom prst="rect">
            <a:avLst/>
          </a:prstGeom>
        </p:spPr>
      </p:pic>
    </p:spTree>
    <p:extLst>
      <p:ext uri="{BB962C8B-B14F-4D97-AF65-F5344CB8AC3E}">
        <p14:creationId xmlns:p14="http://schemas.microsoft.com/office/powerpoint/2010/main" val="96004297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Down Arrow 7">
            <a:extLst>
              <a:ext uri="{FF2B5EF4-FFF2-40B4-BE49-F238E27FC236}">
                <a16:creationId xmlns:a16="http://schemas.microsoft.com/office/drawing/2014/main" id="{D4771268-CB57-404A-9271-370EB28F60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a:off x="800100" y="1491343"/>
            <a:ext cx="3333749" cy="3499103"/>
          </a:xfrm>
          <a:prstGeom prst="downArrow">
            <a:avLst>
              <a:gd name="adj1" fmla="val 100000"/>
              <a:gd name="adj2" fmla="val 15788"/>
            </a:avLst>
          </a:prstGeom>
          <a:solidFill>
            <a:srgbClr val="404040"/>
          </a:solidFill>
          <a:ln w="539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1028700" y="1967266"/>
            <a:ext cx="2628900" cy="2547257"/>
          </a:xfrm>
          <a:noFill/>
        </p:spPr>
        <p:txBody>
          <a:bodyPr vert="horz" lIns="91440" tIns="45720" rIns="91440" bIns="45720" rtlCol="0" anchor="ctr">
            <a:normAutofit/>
          </a:bodyPr>
          <a:lstStyle/>
          <a:p>
            <a:pPr algn="ctr"/>
            <a:r>
              <a:rPr lang="en-US" sz="3600" kern="1200">
                <a:solidFill>
                  <a:srgbClr val="FFFFFF"/>
                </a:solidFill>
                <a:latin typeface="+mj-lt"/>
                <a:ea typeface="+mj-ea"/>
                <a:cs typeface="+mj-cs"/>
              </a:rPr>
              <a:t>rESULTS</a:t>
            </a:r>
          </a:p>
        </p:txBody>
      </p:sp>
      <p:pic>
        <p:nvPicPr>
          <p:cNvPr id="4" name="Picture 3" descr="Chart, line chart&#10;&#10;Description automatically generated">
            <a:extLst>
              <a:ext uri="{FF2B5EF4-FFF2-40B4-BE49-F238E27FC236}">
                <a16:creationId xmlns:a16="http://schemas.microsoft.com/office/drawing/2014/main" id="{F31B253F-98F1-4CB0-B161-CF37AE92A740}"/>
              </a:ext>
            </a:extLst>
          </p:cNvPr>
          <p:cNvPicPr>
            <a:picLocks noChangeAspect="1"/>
          </p:cNvPicPr>
          <p:nvPr/>
        </p:nvPicPr>
        <p:blipFill>
          <a:blip r:embed="rId3"/>
          <a:stretch>
            <a:fillRect/>
          </a:stretch>
        </p:blipFill>
        <p:spPr>
          <a:xfrm>
            <a:off x="4777316" y="1851323"/>
            <a:ext cx="6780700" cy="3153024"/>
          </a:xfrm>
          <a:prstGeom prst="rect">
            <a:avLst/>
          </a:prstGeom>
        </p:spPr>
      </p:pic>
    </p:spTree>
    <p:extLst>
      <p:ext uri="{BB962C8B-B14F-4D97-AF65-F5344CB8AC3E}">
        <p14:creationId xmlns:p14="http://schemas.microsoft.com/office/powerpoint/2010/main" val="92062008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B9D7E975-9161-4F2D-AC53-69E1912F6B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Chart, line chart, histogram&#10;&#10;Description automatically generated">
            <a:extLst>
              <a:ext uri="{FF2B5EF4-FFF2-40B4-BE49-F238E27FC236}">
                <a16:creationId xmlns:a16="http://schemas.microsoft.com/office/drawing/2014/main" id="{576ED3B4-5C3B-4B1F-A6F6-76EA20CC0D52}"/>
              </a:ext>
            </a:extLst>
          </p:cNvPr>
          <p:cNvPicPr>
            <a:picLocks noChangeAspect="1"/>
          </p:cNvPicPr>
          <p:nvPr/>
        </p:nvPicPr>
        <p:blipFill>
          <a:blip r:embed="rId3"/>
          <a:stretch>
            <a:fillRect/>
          </a:stretch>
        </p:blipFill>
        <p:spPr>
          <a:xfrm>
            <a:off x="621675" y="1853964"/>
            <a:ext cx="6589537" cy="3146503"/>
          </a:xfrm>
          <a:prstGeom prst="rect">
            <a:avLst/>
          </a:prstGeom>
        </p:spPr>
      </p:pic>
      <p:sp>
        <p:nvSpPr>
          <p:cNvPr id="12" name="Right Triangle 11">
            <a:extLst>
              <a:ext uri="{FF2B5EF4-FFF2-40B4-BE49-F238E27FC236}">
                <a16:creationId xmlns:a16="http://schemas.microsoft.com/office/drawing/2014/main" id="{827DC2C4-B485-428A-BF4A-472D2967F4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463E6235-1649-4B47-9862-4026FC473B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34653" y="623275"/>
            <a:ext cx="4012173"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8052497" y="1056640"/>
            <a:ext cx="3197660" cy="3125746"/>
          </a:xfrm>
        </p:spPr>
        <p:txBody>
          <a:bodyPr vert="horz" lIns="91440" tIns="45720" rIns="91440" bIns="45720" rtlCol="0" anchor="b">
            <a:normAutofit/>
          </a:bodyPr>
          <a:lstStyle/>
          <a:p>
            <a:r>
              <a:rPr lang="en-US" sz="5000" kern="1200">
                <a:solidFill>
                  <a:schemeClr val="tx1"/>
                </a:solidFill>
                <a:latin typeface="+mj-lt"/>
                <a:ea typeface="+mj-ea"/>
                <a:cs typeface="+mj-cs"/>
              </a:rPr>
              <a:t>rESULTS</a:t>
            </a:r>
          </a:p>
        </p:txBody>
      </p:sp>
    </p:spTree>
    <p:extLst>
      <p:ext uri="{BB962C8B-B14F-4D97-AF65-F5344CB8AC3E}">
        <p14:creationId xmlns:p14="http://schemas.microsoft.com/office/powerpoint/2010/main" val="413914649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ADD3505-D816-4666-AAAA-42EC992FAF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 name="Picture 3" descr="Chart, line chart&#10;&#10;Description automatically generated">
            <a:extLst>
              <a:ext uri="{FF2B5EF4-FFF2-40B4-BE49-F238E27FC236}">
                <a16:creationId xmlns:a16="http://schemas.microsoft.com/office/drawing/2014/main" id="{CFF7BF19-3FC8-40F7-99C9-EF295A3C9F99}"/>
              </a:ext>
            </a:extLst>
          </p:cNvPr>
          <p:cNvPicPr>
            <a:picLocks noChangeAspect="1"/>
          </p:cNvPicPr>
          <p:nvPr/>
        </p:nvPicPr>
        <p:blipFill>
          <a:blip r:embed="rId3"/>
          <a:stretch>
            <a:fillRect/>
          </a:stretch>
        </p:blipFill>
        <p:spPr>
          <a:xfrm>
            <a:off x="795343" y="775134"/>
            <a:ext cx="8135254" cy="2827000"/>
          </a:xfrm>
          <a:prstGeom prst="rect">
            <a:avLst/>
          </a:prstGeom>
        </p:spPr>
      </p:pic>
      <p:sp>
        <p:nvSpPr>
          <p:cNvPr id="11" name="Freeform 6">
            <a:extLst>
              <a:ext uri="{FF2B5EF4-FFF2-40B4-BE49-F238E27FC236}">
                <a16:creationId xmlns:a16="http://schemas.microsoft.com/office/drawing/2014/main" id="{B4269A41-C387-4555-A18D-F1B4E366CD0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a:off x="8727747" y="4208147"/>
            <a:ext cx="339126" cy="2121835"/>
          </a:xfrm>
          <a:custGeom>
            <a:avLst/>
            <a:gdLst>
              <a:gd name="T0" fmla="*/ 414 w 414"/>
              <a:gd name="T1" fmla="*/ 2447 h 2447"/>
              <a:gd name="T2" fmla="*/ 0 w 414"/>
              <a:gd name="T3" fmla="*/ 2247 h 2447"/>
              <a:gd name="T4" fmla="*/ 0 w 414"/>
              <a:gd name="T5" fmla="*/ 0 h 2447"/>
              <a:gd name="T6" fmla="*/ 414 w 414"/>
              <a:gd name="T7" fmla="*/ 200 h 2447"/>
              <a:gd name="T8" fmla="*/ 414 w 414"/>
              <a:gd name="T9" fmla="*/ 2447 h 2447"/>
            </a:gdLst>
            <a:ahLst/>
            <a:cxnLst>
              <a:cxn ang="0">
                <a:pos x="T0" y="T1"/>
              </a:cxn>
              <a:cxn ang="0">
                <a:pos x="T2" y="T3"/>
              </a:cxn>
              <a:cxn ang="0">
                <a:pos x="T4" y="T5"/>
              </a:cxn>
              <a:cxn ang="0">
                <a:pos x="T6" y="T7"/>
              </a:cxn>
              <a:cxn ang="0">
                <a:pos x="T8" y="T9"/>
              </a:cxn>
            </a:cxnLst>
            <a:rect l="0" t="0" r="r" b="b"/>
            <a:pathLst>
              <a:path w="414" h="2447">
                <a:moveTo>
                  <a:pt x="414" y="2447"/>
                </a:moveTo>
                <a:lnTo>
                  <a:pt x="0" y="2247"/>
                </a:lnTo>
                <a:lnTo>
                  <a:pt x="0" y="0"/>
                </a:lnTo>
                <a:lnTo>
                  <a:pt x="414" y="200"/>
                </a:lnTo>
                <a:lnTo>
                  <a:pt x="414" y="2447"/>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7">
            <a:extLst>
              <a:ext uri="{FF2B5EF4-FFF2-40B4-BE49-F238E27FC236}">
                <a16:creationId xmlns:a16="http://schemas.microsoft.com/office/drawing/2014/main" id="{911C1882-1ABB-473F-836B-DE0066ABAC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a:off x="8728739" y="4098333"/>
            <a:ext cx="201857" cy="2055805"/>
          </a:xfrm>
          <a:custGeom>
            <a:avLst/>
            <a:gdLst>
              <a:gd name="T0" fmla="*/ 209 w 209"/>
              <a:gd name="T1" fmla="*/ 2246 h 2358"/>
              <a:gd name="T2" fmla="*/ 0 w 209"/>
              <a:gd name="T3" fmla="*/ 2358 h 2358"/>
              <a:gd name="T4" fmla="*/ 0 w 209"/>
              <a:gd name="T5" fmla="*/ 111 h 2358"/>
              <a:gd name="T6" fmla="*/ 209 w 209"/>
              <a:gd name="T7" fmla="*/ 0 h 2358"/>
              <a:gd name="T8" fmla="*/ 209 w 209"/>
              <a:gd name="T9" fmla="*/ 2246 h 2358"/>
            </a:gdLst>
            <a:ahLst/>
            <a:cxnLst>
              <a:cxn ang="0">
                <a:pos x="T0" y="T1"/>
              </a:cxn>
              <a:cxn ang="0">
                <a:pos x="T2" y="T3"/>
              </a:cxn>
              <a:cxn ang="0">
                <a:pos x="T4" y="T5"/>
              </a:cxn>
              <a:cxn ang="0">
                <a:pos x="T6" y="T7"/>
              </a:cxn>
              <a:cxn ang="0">
                <a:pos x="T8" y="T9"/>
              </a:cxn>
            </a:cxnLst>
            <a:rect l="0" t="0" r="r" b="b"/>
            <a:pathLst>
              <a:path w="209" h="2358">
                <a:moveTo>
                  <a:pt x="209" y="2246"/>
                </a:moveTo>
                <a:lnTo>
                  <a:pt x="0" y="2358"/>
                </a:lnTo>
                <a:lnTo>
                  <a:pt x="0" y="111"/>
                </a:lnTo>
                <a:lnTo>
                  <a:pt x="209" y="0"/>
                </a:lnTo>
                <a:lnTo>
                  <a:pt x="209" y="2246"/>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8">
            <a:extLst>
              <a:ext uri="{FF2B5EF4-FFF2-40B4-BE49-F238E27FC236}">
                <a16:creationId xmlns:a16="http://schemas.microsoft.com/office/drawing/2014/main" id="{336533B6-75CC-4F87-B044-A8241FBF7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a:off x="-3048" y="4098334"/>
            <a:ext cx="8933019" cy="196077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795342" y="4267831"/>
            <a:ext cx="7970903" cy="1071585"/>
          </a:xfrm>
        </p:spPr>
        <p:txBody>
          <a:bodyPr vert="horz" lIns="91440" tIns="45720" rIns="91440" bIns="45720" rtlCol="0" anchor="b">
            <a:normAutofit/>
          </a:bodyPr>
          <a:lstStyle/>
          <a:p>
            <a:r>
              <a:rPr lang="en-US" sz="4800" kern="1200">
                <a:solidFill>
                  <a:srgbClr val="FFFFFF"/>
                </a:solidFill>
                <a:latin typeface="+mj-lt"/>
                <a:ea typeface="+mj-ea"/>
                <a:cs typeface="+mj-cs"/>
              </a:rPr>
              <a:t>rESULTS</a:t>
            </a:r>
          </a:p>
        </p:txBody>
      </p:sp>
      <p:sp>
        <p:nvSpPr>
          <p:cNvPr id="17" name="Rectangle 8">
            <a:extLst>
              <a:ext uri="{FF2B5EF4-FFF2-40B4-BE49-F238E27FC236}">
                <a16:creationId xmlns:a16="http://schemas.microsoft.com/office/drawing/2014/main" id="{77EAB586-FBDB-4496-82AC-22F1856379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a:off x="9067800" y="4377267"/>
            <a:ext cx="3121152" cy="195271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00442490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F0A604E4-7307-451C-93BE-F1F7E1BF3B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 y="0"/>
            <a:ext cx="1219200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F7F3A0AA-35E5-4085-942B-73783903060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 y="5282344"/>
            <a:ext cx="12191998" cy="1590742"/>
          </a:xfrm>
          <a:prstGeom prst="rect">
            <a:avLst/>
          </a:prstGeom>
          <a:gradFill>
            <a:gsLst>
              <a:gs pos="34000">
                <a:srgbClr val="000000">
                  <a:alpha val="96000"/>
                </a:srgbClr>
              </a:gs>
              <a:gs pos="100000">
                <a:schemeClr val="accent1"/>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02F5C38-C747-4173-ABBF-656E39E82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4" y="5282344"/>
            <a:ext cx="8115300" cy="1590742"/>
          </a:xfrm>
          <a:prstGeom prst="rect">
            <a:avLst/>
          </a:prstGeom>
          <a:gradFill>
            <a:gsLst>
              <a:gs pos="28000">
                <a:schemeClr val="accent1">
                  <a:lumMod val="75000"/>
                  <a:alpha val="59000"/>
                </a:schemeClr>
              </a:gs>
              <a:gs pos="100000">
                <a:srgbClr val="000000">
                  <a:alpha val="70000"/>
                </a:srgbClr>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E37EECFC-A684-4391-AE85-4CDAF5565F6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4" y="5282344"/>
            <a:ext cx="12191998" cy="1590742"/>
          </a:xfrm>
          <a:prstGeom prst="rect">
            <a:avLst/>
          </a:prstGeom>
          <a:gradFill>
            <a:gsLst>
              <a:gs pos="0">
                <a:srgbClr val="000000">
                  <a:alpha val="71765"/>
                </a:srgbClr>
              </a:gs>
              <a:gs pos="100000">
                <a:schemeClr val="accent1">
                  <a:alpha val="0"/>
                </a:schemeClr>
              </a:gs>
            </a:gsLst>
            <a:lin ang="15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699714" y="5490971"/>
            <a:ext cx="6962072" cy="1159200"/>
          </a:xfrm>
        </p:spPr>
        <p:txBody>
          <a:bodyPr vert="horz" lIns="91440" tIns="45720" rIns="91440" bIns="45720" rtlCol="0" anchor="ctr">
            <a:normAutofit/>
          </a:bodyPr>
          <a:lstStyle/>
          <a:p>
            <a:r>
              <a:rPr lang="en-US" kern="1200">
                <a:solidFill>
                  <a:srgbClr val="FFFFFF"/>
                </a:solidFill>
                <a:latin typeface="+mj-lt"/>
                <a:ea typeface="+mj-ea"/>
                <a:cs typeface="+mj-cs"/>
              </a:rPr>
              <a:t>rESULTS</a:t>
            </a:r>
          </a:p>
        </p:txBody>
      </p:sp>
      <p:pic>
        <p:nvPicPr>
          <p:cNvPr id="5" name="Picture 4" descr="Chart, line chart&#10;&#10;Description automatically generated">
            <a:extLst>
              <a:ext uri="{FF2B5EF4-FFF2-40B4-BE49-F238E27FC236}">
                <a16:creationId xmlns:a16="http://schemas.microsoft.com/office/drawing/2014/main" id="{5F925BA1-38E6-4BC3-B45A-CFCBDB692151}"/>
              </a:ext>
            </a:extLst>
          </p:cNvPr>
          <p:cNvPicPr>
            <a:picLocks noChangeAspect="1"/>
          </p:cNvPicPr>
          <p:nvPr/>
        </p:nvPicPr>
        <p:blipFill>
          <a:blip r:embed="rId3"/>
          <a:stretch>
            <a:fillRect/>
          </a:stretch>
        </p:blipFill>
        <p:spPr>
          <a:xfrm>
            <a:off x="1957944" y="390832"/>
            <a:ext cx="8368730" cy="4519114"/>
          </a:xfrm>
          <a:prstGeom prst="rect">
            <a:avLst/>
          </a:prstGeom>
        </p:spPr>
      </p:pic>
    </p:spTree>
    <p:extLst>
      <p:ext uri="{BB962C8B-B14F-4D97-AF65-F5344CB8AC3E}">
        <p14:creationId xmlns:p14="http://schemas.microsoft.com/office/powerpoint/2010/main" val="226561930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A8384FB5-9ADC-4DDC-881B-597D56F5B1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91E5A9A7-95C6-4F4F-B00E-C82E07FE62E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7539" y="1417538"/>
            <a:ext cx="6875818" cy="4040744"/>
          </a:xfrm>
          <a:prstGeom prst="rect">
            <a:avLst/>
          </a:prstGeom>
          <a:gradFill>
            <a:gsLst>
              <a:gs pos="0">
                <a:srgbClr val="000000"/>
              </a:gs>
              <a:gs pos="100000">
                <a:schemeClr val="accent1">
                  <a:lumMod val="75000"/>
                </a:schemeClr>
              </a:gs>
            </a:gsLst>
            <a:lin ang="18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D07DD2DE-F619-49DD-B5E7-03A290FF4ED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a:off x="-158495" y="2660473"/>
            <a:ext cx="4355594" cy="4038603"/>
          </a:xfrm>
          <a:prstGeom prst="rect">
            <a:avLst/>
          </a:prstGeom>
          <a:gradFill>
            <a:gsLst>
              <a:gs pos="0">
                <a:schemeClr val="accent1">
                  <a:alpha val="50000"/>
                </a:schemeClr>
              </a:gs>
              <a:gs pos="100000">
                <a:schemeClr val="accent1">
                  <a:lumMod val="50000"/>
                  <a:alpha val="0"/>
                </a:schemeClr>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85149191-5F60-4A28-AAFF-039F96B0F3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flipH="1">
            <a:off x="-1180882" y="1638085"/>
            <a:ext cx="6857572" cy="3581401"/>
          </a:xfrm>
          <a:prstGeom prst="rect">
            <a:avLst/>
          </a:prstGeom>
          <a:gradFill>
            <a:gsLst>
              <a:gs pos="0">
                <a:srgbClr val="000000">
                  <a:alpha val="59000"/>
                </a:srgbClr>
              </a:gs>
              <a:gs pos="69000">
                <a:schemeClr val="accent1">
                  <a:alpha val="0"/>
                </a:schemeClr>
              </a:gs>
            </a:gsLst>
            <a:lin ang="13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Shape 16">
            <a:extLst>
              <a:ext uri="{FF2B5EF4-FFF2-40B4-BE49-F238E27FC236}">
                <a16:creationId xmlns:a16="http://schemas.microsoft.com/office/drawing/2014/main" id="{F8260ED5-17F7-4158-B241-D51DD4CF1B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6097846">
            <a:off x="-747355" y="1201312"/>
            <a:ext cx="4808302" cy="4088666"/>
          </a:xfrm>
          <a:custGeom>
            <a:avLst/>
            <a:gdLst>
              <a:gd name="connsiteX0" fmla="*/ 48844 w 4808302"/>
              <a:gd name="connsiteY0" fmla="*/ 2888671 h 4088666"/>
              <a:gd name="connsiteX1" fmla="*/ 0 w 4808302"/>
              <a:gd name="connsiteY1" fmla="*/ 2404151 h 4088666"/>
              <a:gd name="connsiteX2" fmla="*/ 2404151 w 4808302"/>
              <a:gd name="connsiteY2" fmla="*/ 0 h 4088666"/>
              <a:gd name="connsiteX3" fmla="*/ 4808302 w 4808302"/>
              <a:gd name="connsiteY3" fmla="*/ 2404151 h 4088666"/>
              <a:gd name="connsiteX4" fmla="*/ 4700216 w 4808302"/>
              <a:gd name="connsiteY4" fmla="*/ 3119072 h 4088666"/>
              <a:gd name="connsiteX5" fmla="*/ 4643143 w 4808302"/>
              <a:gd name="connsiteY5" fmla="*/ 3275009 h 4088666"/>
              <a:gd name="connsiteX6" fmla="*/ 690093 w 4808302"/>
              <a:gd name="connsiteY6" fmla="*/ 4088666 h 4088666"/>
              <a:gd name="connsiteX7" fmla="*/ 548991 w 4808302"/>
              <a:gd name="connsiteY7" fmla="*/ 3933414 h 4088666"/>
              <a:gd name="connsiteX8" fmla="*/ 48844 w 4808302"/>
              <a:gd name="connsiteY8" fmla="*/ 2888671 h 4088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08302" h="4088666">
                <a:moveTo>
                  <a:pt x="48844" y="2888671"/>
                </a:moveTo>
                <a:cubicBezTo>
                  <a:pt x="16818" y="2732167"/>
                  <a:pt x="0" y="2570123"/>
                  <a:pt x="0" y="2404151"/>
                </a:cubicBezTo>
                <a:cubicBezTo>
                  <a:pt x="0" y="1076375"/>
                  <a:pt x="1076375" y="0"/>
                  <a:pt x="2404151" y="0"/>
                </a:cubicBezTo>
                <a:cubicBezTo>
                  <a:pt x="3731927" y="0"/>
                  <a:pt x="4808302" y="1076375"/>
                  <a:pt x="4808302" y="2404151"/>
                </a:cubicBezTo>
                <a:cubicBezTo>
                  <a:pt x="4808302" y="2653109"/>
                  <a:pt x="4770461" y="2893229"/>
                  <a:pt x="4700216" y="3119072"/>
                </a:cubicBezTo>
                <a:lnTo>
                  <a:pt x="4643143" y="3275009"/>
                </a:lnTo>
                <a:lnTo>
                  <a:pt x="690093" y="4088666"/>
                </a:lnTo>
                <a:lnTo>
                  <a:pt x="548991" y="3933414"/>
                </a:lnTo>
                <a:cubicBezTo>
                  <a:pt x="304015" y="3636572"/>
                  <a:pt x="128908" y="3279932"/>
                  <a:pt x="48844" y="2888671"/>
                </a:cubicBezTo>
                <a:close/>
              </a:path>
            </a:pathLst>
          </a:custGeom>
          <a:gradFill>
            <a:gsLst>
              <a:gs pos="39000">
                <a:schemeClr val="accent1">
                  <a:lumMod val="60000"/>
                  <a:lumOff val="40000"/>
                  <a:alpha val="0"/>
                </a:schemeClr>
              </a:gs>
              <a:gs pos="100000">
                <a:schemeClr val="accent1">
                  <a:lumMod val="75000"/>
                  <a:alpha val="26000"/>
                </a:schemeClr>
              </a:gs>
            </a:gsLst>
            <a:lin ang="18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660041" y="2767106"/>
            <a:ext cx="2880828" cy="3071906"/>
          </a:xfrm>
        </p:spPr>
        <p:txBody>
          <a:bodyPr vert="horz" lIns="91440" tIns="45720" rIns="91440" bIns="45720" rtlCol="0" anchor="t">
            <a:normAutofit/>
          </a:bodyPr>
          <a:lstStyle/>
          <a:p>
            <a:r>
              <a:rPr lang="en-US" kern="1200" dirty="0">
                <a:solidFill>
                  <a:srgbClr val="FFFFFF"/>
                </a:solidFill>
                <a:latin typeface="+mj-lt"/>
                <a:ea typeface="+mj-ea"/>
                <a:cs typeface="+mj-cs"/>
              </a:rPr>
              <a:t>reviews</a:t>
            </a:r>
          </a:p>
        </p:txBody>
      </p:sp>
      <p:pic>
        <p:nvPicPr>
          <p:cNvPr id="4" name="Picture 3">
            <a:extLst>
              <a:ext uri="{FF2B5EF4-FFF2-40B4-BE49-F238E27FC236}">
                <a16:creationId xmlns:a16="http://schemas.microsoft.com/office/drawing/2014/main" id="{906B49F4-7321-4FC9-B58D-35F217CD0D79}"/>
              </a:ext>
            </a:extLst>
          </p:cNvPr>
          <p:cNvPicPr>
            <a:picLocks noChangeAspect="1"/>
          </p:cNvPicPr>
          <p:nvPr/>
        </p:nvPicPr>
        <p:blipFill>
          <a:blip r:embed="rId3"/>
          <a:stretch>
            <a:fillRect/>
          </a:stretch>
        </p:blipFill>
        <p:spPr>
          <a:xfrm>
            <a:off x="5619992" y="467208"/>
            <a:ext cx="4990619" cy="5923584"/>
          </a:xfrm>
          <a:prstGeom prst="rect">
            <a:avLst/>
          </a:prstGeom>
        </p:spPr>
      </p:pic>
    </p:spTree>
    <p:extLst>
      <p:ext uri="{BB962C8B-B14F-4D97-AF65-F5344CB8AC3E}">
        <p14:creationId xmlns:p14="http://schemas.microsoft.com/office/powerpoint/2010/main" val="167857473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47942995-B07F-4636-9A06-C6A104B260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1113810" y="2960716"/>
            <a:ext cx="4036334" cy="2387600"/>
          </a:xfrm>
        </p:spPr>
        <p:txBody>
          <a:bodyPr vert="horz" lIns="91440" tIns="45720" rIns="91440" bIns="45720" rtlCol="0" anchor="t">
            <a:normAutofit/>
          </a:bodyPr>
          <a:lstStyle/>
          <a:p>
            <a:r>
              <a:rPr lang="en-US" sz="5400" kern="1200">
                <a:solidFill>
                  <a:schemeClr val="tx1"/>
                </a:solidFill>
                <a:latin typeface="+mj-lt"/>
                <a:ea typeface="+mj-ea"/>
                <a:cs typeface="+mj-cs"/>
              </a:rPr>
              <a:t>reviews</a:t>
            </a:r>
          </a:p>
        </p:txBody>
      </p:sp>
      <p:grpSp>
        <p:nvGrpSpPr>
          <p:cNvPr id="12" name="Group 11">
            <a:extLst>
              <a:ext uri="{FF2B5EF4-FFF2-40B4-BE49-F238E27FC236}">
                <a16:creationId xmlns:a16="http://schemas.microsoft.com/office/drawing/2014/main" id="{032D8612-31EB-44CF-A1D0-14FD4C7054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2984992"/>
            <a:ext cx="731521" cy="673460"/>
            <a:chOff x="3940602" y="308034"/>
            <a:chExt cx="2116791" cy="3428999"/>
          </a:xfrm>
          <a:solidFill>
            <a:schemeClr val="accent4"/>
          </a:solidFill>
        </p:grpSpPr>
        <p:sp>
          <p:nvSpPr>
            <p:cNvPr id="13" name="Rectangle 12">
              <a:extLst>
                <a:ext uri="{FF2B5EF4-FFF2-40B4-BE49-F238E27FC236}">
                  <a16:creationId xmlns:a16="http://schemas.microsoft.com/office/drawing/2014/main" id="{F19A4A0F-1B59-4DB0-9764-D10936E987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940602"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F399A70F-F8CD-4992-9EF5-6CF15472E7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4715626"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48F4FEDC-6D80-458C-A665-075D9B9500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90650"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Rectangle 16">
            <a:extLst>
              <a:ext uri="{FF2B5EF4-FFF2-40B4-BE49-F238E27FC236}">
                <a16:creationId xmlns:a16="http://schemas.microsoft.com/office/drawing/2014/main" id="{B81933D1-5615-42C7-9C0B-4EB7105CCE2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0697670" y="0"/>
            <a:ext cx="149433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9C9EAEA-39D0-4B0E-A0EB-51E7B267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85810" y="391886"/>
            <a:ext cx="6009366" cy="6017078"/>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Graphical user interface, application, Teams&#10;&#10;Description automatically generated">
            <a:extLst>
              <a:ext uri="{FF2B5EF4-FFF2-40B4-BE49-F238E27FC236}">
                <a16:creationId xmlns:a16="http://schemas.microsoft.com/office/drawing/2014/main" id="{CDEFE9B7-DDAE-4CD8-B0AF-D747D69D538D}"/>
              </a:ext>
            </a:extLst>
          </p:cNvPr>
          <p:cNvPicPr>
            <a:picLocks noChangeAspect="1"/>
          </p:cNvPicPr>
          <p:nvPr/>
        </p:nvPicPr>
        <p:blipFill>
          <a:blip r:embed="rId3"/>
          <a:stretch>
            <a:fillRect/>
          </a:stretch>
        </p:blipFill>
        <p:spPr>
          <a:xfrm>
            <a:off x="6251383" y="666728"/>
            <a:ext cx="4878218" cy="5465791"/>
          </a:xfrm>
          <a:prstGeom prst="rect">
            <a:avLst/>
          </a:prstGeom>
        </p:spPr>
      </p:pic>
    </p:spTree>
    <p:extLst>
      <p:ext uri="{BB962C8B-B14F-4D97-AF65-F5344CB8AC3E}">
        <p14:creationId xmlns:p14="http://schemas.microsoft.com/office/powerpoint/2010/main" val="201541413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91DC6ABD-215C-4EA8-A483-CEF5B99AB3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599609" y="679731"/>
            <a:ext cx="4171994" cy="3736540"/>
          </a:xfrm>
        </p:spPr>
        <p:txBody>
          <a:bodyPr vert="horz" lIns="91440" tIns="45720" rIns="91440" bIns="45720" rtlCol="0" anchor="b">
            <a:normAutofit/>
          </a:bodyPr>
          <a:lstStyle/>
          <a:p>
            <a:r>
              <a:rPr lang="en-US" sz="6000" kern="1200">
                <a:solidFill>
                  <a:schemeClr val="tx1"/>
                </a:solidFill>
                <a:latin typeface="+mj-lt"/>
                <a:ea typeface="+mj-ea"/>
                <a:cs typeface="+mj-cs"/>
              </a:rPr>
              <a:t>reviews</a:t>
            </a:r>
          </a:p>
        </p:txBody>
      </p:sp>
      <p:grpSp>
        <p:nvGrpSpPr>
          <p:cNvPr id="11" name="Group 10">
            <a:extLst>
              <a:ext uri="{FF2B5EF4-FFF2-40B4-BE49-F238E27FC236}">
                <a16:creationId xmlns:a16="http://schemas.microsoft.com/office/drawing/2014/main" id="{3AF6A671-C637-4547-85F4-51B6D188139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9416432" y="1"/>
            <a:ext cx="2446384" cy="5777808"/>
            <a:chOff x="329184" y="1"/>
            <a:chExt cx="524256" cy="5777808"/>
          </a:xfrm>
        </p:grpSpPr>
        <p:cxnSp>
          <p:nvCxnSpPr>
            <p:cNvPr id="12" name="Straight Connector 11">
              <a:extLst>
                <a:ext uri="{FF2B5EF4-FFF2-40B4-BE49-F238E27FC236}">
                  <a16:creationId xmlns:a16="http://schemas.microsoft.com/office/drawing/2014/main" id="{C575CF26-3D3C-4C5A-A2B7-00432016EF62}"/>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329184" y="5777809"/>
              <a:ext cx="521208" cy="0"/>
            </a:xfrm>
            <a:prstGeom prst="line">
              <a:avLst/>
            </a:prstGeom>
            <a:ln w="152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9413ED5-9ED4-4772-BCE4-2BCAE6B12E3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29184" y="1"/>
              <a:ext cx="524256" cy="553211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04357C93-F0CB-4A1C-8F77-4E906378981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86598" y="269324"/>
            <a:ext cx="6116779" cy="6208776"/>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descr="Graphical user interface, text, application&#10;&#10;Description automatically generated">
            <a:extLst>
              <a:ext uri="{FF2B5EF4-FFF2-40B4-BE49-F238E27FC236}">
                <a16:creationId xmlns:a16="http://schemas.microsoft.com/office/drawing/2014/main" id="{6D0DE370-DAB9-4DED-B4F4-C3BCB9C3F461}"/>
              </a:ext>
            </a:extLst>
          </p:cNvPr>
          <p:cNvPicPr>
            <a:picLocks noChangeAspect="1"/>
          </p:cNvPicPr>
          <p:nvPr/>
        </p:nvPicPr>
        <p:blipFill>
          <a:blip r:embed="rId3"/>
          <a:stretch>
            <a:fillRect/>
          </a:stretch>
        </p:blipFill>
        <p:spPr>
          <a:xfrm>
            <a:off x="6248232" y="557360"/>
            <a:ext cx="4393509" cy="5632704"/>
          </a:xfrm>
          <a:prstGeom prst="rect">
            <a:avLst/>
          </a:prstGeom>
        </p:spPr>
      </p:pic>
    </p:spTree>
    <p:extLst>
      <p:ext uri="{BB962C8B-B14F-4D97-AF65-F5344CB8AC3E}">
        <p14:creationId xmlns:p14="http://schemas.microsoft.com/office/powerpoint/2010/main" val="319780010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1707FC24-6981-43D9-B525-C7832BA2246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336884" y="311449"/>
            <a:ext cx="4332307" cy="6179552"/>
          </a:xfrm>
          <a:prstGeom prst="rect">
            <a:avLst/>
          </a:prstGeom>
          <a:solidFill>
            <a:srgbClr val="404040"/>
          </a:solidFill>
          <a:ln w="127000" cap="sq" cmpd="thinThick">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742950" y="742951"/>
            <a:ext cx="3476625" cy="4962524"/>
          </a:xfrm>
        </p:spPr>
        <p:txBody>
          <a:bodyPr vert="horz" lIns="91440" tIns="45720" rIns="91440" bIns="45720" rtlCol="0" anchor="ctr">
            <a:normAutofit/>
          </a:bodyPr>
          <a:lstStyle/>
          <a:p>
            <a:pPr algn="ctr"/>
            <a:r>
              <a:rPr lang="en-US" sz="4800" kern="1200">
                <a:solidFill>
                  <a:srgbClr val="FFFFFF"/>
                </a:solidFill>
                <a:latin typeface="+mj-lt"/>
                <a:ea typeface="+mj-ea"/>
                <a:cs typeface="+mj-cs"/>
              </a:rPr>
              <a:t>reviews</a:t>
            </a:r>
          </a:p>
        </p:txBody>
      </p:sp>
      <p:pic>
        <p:nvPicPr>
          <p:cNvPr id="5" name="Picture 4" descr="Graphical user interface, application&#10;&#10;Description automatically generated">
            <a:extLst>
              <a:ext uri="{FF2B5EF4-FFF2-40B4-BE49-F238E27FC236}">
                <a16:creationId xmlns:a16="http://schemas.microsoft.com/office/drawing/2014/main" id="{6F162C87-7928-4D8A-B9AA-20C2833817E5}"/>
              </a:ext>
            </a:extLst>
          </p:cNvPr>
          <p:cNvPicPr>
            <a:picLocks noChangeAspect="1"/>
          </p:cNvPicPr>
          <p:nvPr/>
        </p:nvPicPr>
        <p:blipFill>
          <a:blip r:embed="rId3"/>
          <a:stretch>
            <a:fillRect/>
          </a:stretch>
        </p:blipFill>
        <p:spPr>
          <a:xfrm>
            <a:off x="5637217" y="492573"/>
            <a:ext cx="5586755" cy="5880796"/>
          </a:xfrm>
          <a:prstGeom prst="rect">
            <a:avLst/>
          </a:prstGeom>
        </p:spPr>
      </p:pic>
    </p:spTree>
    <p:extLst>
      <p:ext uri="{BB962C8B-B14F-4D97-AF65-F5344CB8AC3E}">
        <p14:creationId xmlns:p14="http://schemas.microsoft.com/office/powerpoint/2010/main" val="347931804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tint val="95000"/>
            <a:satMod val="170000"/>
          </a:schemeClr>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537B233-9CDD-4A90-AABB-A8963DEE4F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w Cen MT" panose="020B0602020104020603"/>
              <a:ea typeface="+mn-ea"/>
              <a:cs typeface="+mn-cs"/>
            </a:endParaRPr>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841248" y="818457"/>
            <a:ext cx="3322317" cy="2975876"/>
          </a:xfrm>
        </p:spPr>
        <p:txBody>
          <a:bodyPr vert="horz" lIns="91440" tIns="45720" rIns="91440" bIns="45720" rtlCol="0" anchor="b">
            <a:normAutofit/>
          </a:bodyPr>
          <a:lstStyle/>
          <a:p>
            <a:r>
              <a:rPr lang="en-US" sz="4400" kern="1200">
                <a:solidFill>
                  <a:schemeClr val="tx1"/>
                </a:solidFill>
                <a:latin typeface="+mj-lt"/>
                <a:ea typeface="+mj-ea"/>
                <a:cs typeface="+mj-cs"/>
              </a:rPr>
              <a:t>reviews</a:t>
            </a:r>
          </a:p>
        </p:txBody>
      </p:sp>
      <p:cxnSp>
        <p:nvCxnSpPr>
          <p:cNvPr id="11" name="Straight Connector 10">
            <a:extLst>
              <a:ext uri="{FF2B5EF4-FFF2-40B4-BE49-F238E27FC236}">
                <a16:creationId xmlns:a16="http://schemas.microsoft.com/office/drawing/2014/main" id="{040575EE-C594-4566-BC00-663004E52AB5}"/>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763566" y="1417320"/>
            <a:ext cx="0" cy="402336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pic>
        <p:nvPicPr>
          <p:cNvPr id="4" name="Picture 3" descr="Graphical user interface, application&#10;&#10;Description automatically generated">
            <a:extLst>
              <a:ext uri="{FF2B5EF4-FFF2-40B4-BE49-F238E27FC236}">
                <a16:creationId xmlns:a16="http://schemas.microsoft.com/office/drawing/2014/main" id="{35FBBF69-7F3F-40A4-B3FF-0E60FCA4B126}"/>
              </a:ext>
            </a:extLst>
          </p:cNvPr>
          <p:cNvPicPr>
            <a:picLocks noChangeAspect="1"/>
          </p:cNvPicPr>
          <p:nvPr/>
        </p:nvPicPr>
        <p:blipFill>
          <a:blip r:embed="rId3"/>
          <a:stretch>
            <a:fillRect/>
          </a:stretch>
        </p:blipFill>
        <p:spPr>
          <a:xfrm>
            <a:off x="5671958" y="566916"/>
            <a:ext cx="5781988" cy="5724168"/>
          </a:xfrm>
          <a:prstGeom prst="rect">
            <a:avLst/>
          </a:prstGeom>
        </p:spPr>
      </p:pic>
    </p:spTree>
    <p:extLst>
      <p:ext uri="{BB962C8B-B14F-4D97-AF65-F5344CB8AC3E}">
        <p14:creationId xmlns:p14="http://schemas.microsoft.com/office/powerpoint/2010/main" val="2713764701"/>
      </p:ext>
    </p:extLst>
  </p:cSld>
  <p:clrMapOvr>
    <a:overrideClrMapping bg1="dk1" tx1="lt1" bg2="dk2" tx2="lt2" accent1="accent1" accent2="accent2" accent3="accent3" accent4="accent4" accent5="accent5" accent6="accent6" hlink="hlink" folHlink="folHlink"/>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841248" y="818457"/>
            <a:ext cx="3322317" cy="2975876"/>
          </a:xfrm>
        </p:spPr>
        <p:txBody>
          <a:bodyPr vert="horz" lIns="91440" tIns="45720" rIns="91440" bIns="45720" rtlCol="0" anchor="b">
            <a:normAutofit/>
          </a:bodyPr>
          <a:lstStyle/>
          <a:p>
            <a:r>
              <a:rPr lang="en-US" sz="4400" kern="1200">
                <a:solidFill>
                  <a:schemeClr val="tx1"/>
                </a:solidFill>
                <a:latin typeface="+mj-lt"/>
                <a:ea typeface="+mj-ea"/>
                <a:cs typeface="+mj-cs"/>
              </a:rPr>
              <a:t>reviews</a:t>
            </a:r>
          </a:p>
        </p:txBody>
      </p:sp>
      <p:pic>
        <p:nvPicPr>
          <p:cNvPr id="4" name="Picture 3" descr="Graphical user interface, application&#10;&#10;Description automatically generated">
            <a:extLst>
              <a:ext uri="{FF2B5EF4-FFF2-40B4-BE49-F238E27FC236}">
                <a16:creationId xmlns:a16="http://schemas.microsoft.com/office/drawing/2014/main" id="{35FBBF69-7F3F-40A4-B3FF-0E60FCA4B126}"/>
              </a:ext>
            </a:extLst>
          </p:cNvPr>
          <p:cNvPicPr>
            <a:picLocks noChangeAspect="1"/>
          </p:cNvPicPr>
          <p:nvPr/>
        </p:nvPicPr>
        <p:blipFill>
          <a:blip r:embed="rId3"/>
          <a:stretch>
            <a:fillRect/>
          </a:stretch>
        </p:blipFill>
        <p:spPr>
          <a:xfrm>
            <a:off x="5671958" y="566916"/>
            <a:ext cx="5781988" cy="5724168"/>
          </a:xfrm>
          <a:prstGeom prst="rect">
            <a:avLst/>
          </a:prstGeom>
        </p:spPr>
      </p:pic>
    </p:spTree>
    <p:extLst>
      <p:ext uri="{BB962C8B-B14F-4D97-AF65-F5344CB8AC3E}">
        <p14:creationId xmlns:p14="http://schemas.microsoft.com/office/powerpoint/2010/main" val="56727266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1" name="Rectangle 70">
            <a:extLst>
              <a:ext uri="{FF2B5EF4-FFF2-40B4-BE49-F238E27FC236}">
                <a16:creationId xmlns:a16="http://schemas.microsoft.com/office/drawing/2014/main" id="{826B4A43-2A34-4B22-882C-D7552FA9C7D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A5271697-90F1-4A23-8EF2-0179F2EAFA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
            <a:ext cx="606972" cy="3233984"/>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D9F5512A-48E1-4C07-B75E-3CCC517B680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3233984"/>
            <a:ext cx="606972" cy="362401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B429BAE5-B200-4FC0-BBC1-8D7C57D1D9F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06971" y="0"/>
            <a:ext cx="4565104"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1036685" y="1152144"/>
            <a:ext cx="3794760" cy="3072393"/>
          </a:xfrm>
        </p:spPr>
        <p:txBody>
          <a:bodyPr vert="horz" lIns="91440" tIns="45720" rIns="91440" bIns="45720" rtlCol="0" anchor="b">
            <a:normAutofit/>
          </a:bodyPr>
          <a:lstStyle/>
          <a:p>
            <a:r>
              <a:rPr lang="en-US" sz="5600" kern="1200">
                <a:solidFill>
                  <a:schemeClr val="tx1"/>
                </a:solidFill>
                <a:latin typeface="+mj-lt"/>
                <a:ea typeface="+mj-ea"/>
                <a:cs typeface="+mj-cs"/>
              </a:rPr>
              <a:t>Order proof</a:t>
            </a:r>
          </a:p>
        </p:txBody>
      </p:sp>
      <p:grpSp>
        <p:nvGrpSpPr>
          <p:cNvPr id="79" name="Group 78">
            <a:extLst>
              <a:ext uri="{FF2B5EF4-FFF2-40B4-BE49-F238E27FC236}">
                <a16:creationId xmlns:a16="http://schemas.microsoft.com/office/drawing/2014/main" id="{A9644633-5AE1-44D6-8F5F-6376DDA130C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188720" y="73152"/>
            <a:ext cx="1178966" cy="232963"/>
            <a:chOff x="7763256" y="73152"/>
            <a:chExt cx="1178966" cy="232963"/>
          </a:xfrm>
        </p:grpSpPr>
        <p:sp>
          <p:nvSpPr>
            <p:cNvPr id="80" name="Rectangle 64">
              <a:extLst>
                <a:ext uri="{FF2B5EF4-FFF2-40B4-BE49-F238E27FC236}">
                  <a16:creationId xmlns:a16="http://schemas.microsoft.com/office/drawing/2014/main" id="{4FA74995-C5A7-4DBF-BFD1-C4831852DF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63077"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66">
              <a:extLst>
                <a:ext uri="{FF2B5EF4-FFF2-40B4-BE49-F238E27FC236}">
                  <a16:creationId xmlns:a16="http://schemas.microsoft.com/office/drawing/2014/main" id="{009DC7CE-EC50-455B-AEF3-758096A62E4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63077"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64">
              <a:extLst>
                <a:ext uri="{FF2B5EF4-FFF2-40B4-BE49-F238E27FC236}">
                  <a16:creationId xmlns:a16="http://schemas.microsoft.com/office/drawing/2014/main" id="{680D0724-2EE2-4A8E-B7FC-994977F2A61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138122"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66">
              <a:extLst>
                <a:ext uri="{FF2B5EF4-FFF2-40B4-BE49-F238E27FC236}">
                  <a16:creationId xmlns:a16="http://schemas.microsoft.com/office/drawing/2014/main" id="{D7DD4A6B-2000-4A3E-BBCE-637ED6CDD25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138122"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64">
              <a:extLst>
                <a:ext uri="{FF2B5EF4-FFF2-40B4-BE49-F238E27FC236}">
                  <a16:creationId xmlns:a16="http://schemas.microsoft.com/office/drawing/2014/main" id="{694A6722-0FE9-4640-B93F-C2BAA89560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013167"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66">
              <a:extLst>
                <a:ext uri="{FF2B5EF4-FFF2-40B4-BE49-F238E27FC236}">
                  <a16:creationId xmlns:a16="http://schemas.microsoft.com/office/drawing/2014/main" id="{19F6A010-3765-4FAB-8CCA-7AC1891419D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013167"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64">
              <a:extLst>
                <a:ext uri="{FF2B5EF4-FFF2-40B4-BE49-F238E27FC236}">
                  <a16:creationId xmlns:a16="http://schemas.microsoft.com/office/drawing/2014/main" id="{2ED876B1-4DDC-4999-864F-EFF32EFF5CD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888211"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66">
              <a:extLst>
                <a:ext uri="{FF2B5EF4-FFF2-40B4-BE49-F238E27FC236}">
                  <a16:creationId xmlns:a16="http://schemas.microsoft.com/office/drawing/2014/main" id="{2DD9B48A-E7DB-4540-8781-F434856A755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888211"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64">
              <a:extLst>
                <a:ext uri="{FF2B5EF4-FFF2-40B4-BE49-F238E27FC236}">
                  <a16:creationId xmlns:a16="http://schemas.microsoft.com/office/drawing/2014/main" id="{2BEF54FF-8FAE-4B7F-ACE8-52ED70B04ED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763256"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66">
              <a:extLst>
                <a:ext uri="{FF2B5EF4-FFF2-40B4-BE49-F238E27FC236}">
                  <a16:creationId xmlns:a16="http://schemas.microsoft.com/office/drawing/2014/main" id="{16F687E9-D21B-46CB-8A13-9BFDA780F6D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763256"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64">
              <a:extLst>
                <a:ext uri="{FF2B5EF4-FFF2-40B4-BE49-F238E27FC236}">
                  <a16:creationId xmlns:a16="http://schemas.microsoft.com/office/drawing/2014/main" id="{49C0A7C4-BA67-480B-9F9A-E965357562B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887854"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66">
              <a:extLst>
                <a:ext uri="{FF2B5EF4-FFF2-40B4-BE49-F238E27FC236}">
                  <a16:creationId xmlns:a16="http://schemas.microsoft.com/office/drawing/2014/main" id="{5C27E413-D9C4-45A2-AB5A-A006127984C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887854"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64">
              <a:extLst>
                <a:ext uri="{FF2B5EF4-FFF2-40B4-BE49-F238E27FC236}">
                  <a16:creationId xmlns:a16="http://schemas.microsoft.com/office/drawing/2014/main" id="{76F8DD1F-1A00-4D5A-B979-33A41277C91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762899"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66">
              <a:extLst>
                <a:ext uri="{FF2B5EF4-FFF2-40B4-BE49-F238E27FC236}">
                  <a16:creationId xmlns:a16="http://schemas.microsoft.com/office/drawing/2014/main" id="{D16F8034-114D-4513-A6BD-F05ABF9AF47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762899"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64">
              <a:extLst>
                <a:ext uri="{FF2B5EF4-FFF2-40B4-BE49-F238E27FC236}">
                  <a16:creationId xmlns:a16="http://schemas.microsoft.com/office/drawing/2014/main" id="{1DAD48F0-0B0E-40E2-9ED5-E0FBB99C44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637944"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66">
              <a:extLst>
                <a:ext uri="{FF2B5EF4-FFF2-40B4-BE49-F238E27FC236}">
                  <a16:creationId xmlns:a16="http://schemas.microsoft.com/office/drawing/2014/main" id="{A58F217F-BBAB-4ACB-91C0-B119DEFDC6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637944"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64">
              <a:extLst>
                <a:ext uri="{FF2B5EF4-FFF2-40B4-BE49-F238E27FC236}">
                  <a16:creationId xmlns:a16="http://schemas.microsoft.com/office/drawing/2014/main" id="{17D6638B-4C45-4C73-AFE3-8C41F939A9B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512988"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66">
              <a:extLst>
                <a:ext uri="{FF2B5EF4-FFF2-40B4-BE49-F238E27FC236}">
                  <a16:creationId xmlns:a16="http://schemas.microsoft.com/office/drawing/2014/main" id="{31A3013F-24A0-486B-A892-92E42BD741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512988"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64">
              <a:extLst>
                <a:ext uri="{FF2B5EF4-FFF2-40B4-BE49-F238E27FC236}">
                  <a16:creationId xmlns:a16="http://schemas.microsoft.com/office/drawing/2014/main" id="{F4540C9F-BC47-470D-A9C2-4AB05FB4C5B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388033" y="73152"/>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66">
              <a:extLst>
                <a:ext uri="{FF2B5EF4-FFF2-40B4-BE49-F238E27FC236}">
                  <a16:creationId xmlns:a16="http://schemas.microsoft.com/office/drawing/2014/main" id="{A38505B1-1AD2-47B0-8122-2EB533CBAA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388033" y="246888"/>
              <a:ext cx="54368"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026" name="Picture 2" descr="May be an image of text that says 'Manage orders Waiting for rating Completed RKETING, Do fb instagram marketing and restricted ads account set up Mar 4, 2022 DELIVERED Facebook Marketing Do facebook advertising,marketing fb ads campaign,fb advertising,instagram ads en Mar 7, 2022 DELIVERED'">
            <a:extLst>
              <a:ext uri="{FF2B5EF4-FFF2-40B4-BE49-F238E27FC236}">
                <a16:creationId xmlns:a16="http://schemas.microsoft.com/office/drawing/2014/main" id="{8E5F015F-DE59-48D4-80BB-F8C0196B65F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7155761" y="382384"/>
            <a:ext cx="3120266" cy="61181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1428397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2" name="Rectangle 70">
            <a:extLst>
              <a:ext uri="{FF2B5EF4-FFF2-40B4-BE49-F238E27FC236}">
                <a16:creationId xmlns:a16="http://schemas.microsoft.com/office/drawing/2014/main" id="{1B6DA0A4-EF75-400F-BE80-0CDCC2840FE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53" name="Group 72">
            <a:extLst>
              <a:ext uri="{FF2B5EF4-FFF2-40B4-BE49-F238E27FC236}">
                <a16:creationId xmlns:a16="http://schemas.microsoft.com/office/drawing/2014/main" id="{CBBAA007-0E00-46DD-BC1E-44064E280A7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4864" y="44817"/>
            <a:ext cx="233303" cy="772404"/>
            <a:chOff x="11868912" y="44817"/>
            <a:chExt cx="233303" cy="772404"/>
          </a:xfrm>
        </p:grpSpPr>
        <p:sp>
          <p:nvSpPr>
            <p:cNvPr id="74" name="Rectangle 64">
              <a:extLst>
                <a:ext uri="{FF2B5EF4-FFF2-40B4-BE49-F238E27FC236}">
                  <a16:creationId xmlns:a16="http://schemas.microsoft.com/office/drawing/2014/main" id="{4C57F7E6-EFC1-45AA-A10F-F563B36A9E0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39099" y="46121"/>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4" name="Rectangle 66">
              <a:extLst>
                <a:ext uri="{FF2B5EF4-FFF2-40B4-BE49-F238E27FC236}">
                  <a16:creationId xmlns:a16="http://schemas.microsoft.com/office/drawing/2014/main" id="{957264EF-A271-477A-99A3-47B65A7C5F4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609" y="46120"/>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64">
              <a:extLst>
                <a:ext uri="{FF2B5EF4-FFF2-40B4-BE49-F238E27FC236}">
                  <a16:creationId xmlns:a16="http://schemas.microsoft.com/office/drawing/2014/main" id="{C01C28A3-60C5-4E22-9D4A-6677BD18E0E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756690"/>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5" name="Rectangle 66">
              <a:extLst>
                <a:ext uri="{FF2B5EF4-FFF2-40B4-BE49-F238E27FC236}">
                  <a16:creationId xmlns:a16="http://schemas.microsoft.com/office/drawing/2014/main" id="{79D2D8C8-7FF0-4E54-A35E-01D64575F0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756690"/>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64">
              <a:extLst>
                <a:ext uri="{FF2B5EF4-FFF2-40B4-BE49-F238E27FC236}">
                  <a16:creationId xmlns:a16="http://schemas.microsoft.com/office/drawing/2014/main" id="{30765AA0-9112-4144-A6FD-04FD734FAC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614576"/>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6" name="Rectangle 66">
              <a:extLst>
                <a:ext uri="{FF2B5EF4-FFF2-40B4-BE49-F238E27FC236}">
                  <a16:creationId xmlns:a16="http://schemas.microsoft.com/office/drawing/2014/main" id="{E245C486-CDE3-4F72-83A3-5F52BBD5CC5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614576"/>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64">
              <a:extLst>
                <a:ext uri="{FF2B5EF4-FFF2-40B4-BE49-F238E27FC236}">
                  <a16:creationId xmlns:a16="http://schemas.microsoft.com/office/drawing/2014/main" id="{95FBEB48-0D25-42EB-8EA4-38659180B3F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472462"/>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7" name="Rectangle 66">
              <a:extLst>
                <a:ext uri="{FF2B5EF4-FFF2-40B4-BE49-F238E27FC236}">
                  <a16:creationId xmlns:a16="http://schemas.microsoft.com/office/drawing/2014/main" id="{6FFCAE02-5AE7-4C3D-8D0A-B054BAC59A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472462"/>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64">
              <a:extLst>
                <a:ext uri="{FF2B5EF4-FFF2-40B4-BE49-F238E27FC236}">
                  <a16:creationId xmlns:a16="http://schemas.microsoft.com/office/drawing/2014/main" id="{D462233B-480D-46F5-9A40-672981D522D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330348"/>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66">
              <a:extLst>
                <a:ext uri="{FF2B5EF4-FFF2-40B4-BE49-F238E27FC236}">
                  <a16:creationId xmlns:a16="http://schemas.microsoft.com/office/drawing/2014/main" id="{6C74B60C-A710-4F11-ACA1-D7A782DBDF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330348"/>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64">
              <a:extLst>
                <a:ext uri="{FF2B5EF4-FFF2-40B4-BE49-F238E27FC236}">
                  <a16:creationId xmlns:a16="http://schemas.microsoft.com/office/drawing/2014/main" id="{721792DE-B1B1-487F-ACB1-0F90F6DC7F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188234"/>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66">
              <a:extLst>
                <a:ext uri="{FF2B5EF4-FFF2-40B4-BE49-F238E27FC236}">
                  <a16:creationId xmlns:a16="http://schemas.microsoft.com/office/drawing/2014/main" id="{AE8B9B89-A58A-4526-BD5F-A11DBAF35F5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188234"/>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7" name="Rectangle 86">
            <a:extLst>
              <a:ext uri="{FF2B5EF4-FFF2-40B4-BE49-F238E27FC236}">
                <a16:creationId xmlns:a16="http://schemas.microsoft.com/office/drawing/2014/main" id="{EEC2552E-6DB6-4824-AF2B-1C289AE3836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2474" y="675107"/>
            <a:ext cx="6088351" cy="54955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50" name="Picture 2" descr="May be an image of text that says '3:47 ← 38 Offer: Facebook Pixel Inbox U Upwork Notification 3:46 AM to me upwork Contract Action Taken By. Manually add facebook pixel code to a shopify website Offer details Client Freelancer Md Mamun S. Job Posting'">
            <a:extLst>
              <a:ext uri="{FF2B5EF4-FFF2-40B4-BE49-F238E27FC236}">
                <a16:creationId xmlns:a16="http://schemas.microsoft.com/office/drawing/2014/main" id="{45ED1165-E54D-4F0F-BBDC-69AF1C5ED9C0}"/>
              </a:ext>
            </a:extLst>
          </p:cNvPr>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b="15987"/>
          <a:stretch/>
        </p:blipFill>
        <p:spPr bwMode="auto">
          <a:xfrm>
            <a:off x="2211126" y="928245"/>
            <a:ext cx="2746642" cy="4989268"/>
          </a:xfrm>
          <a:prstGeom prst="rect">
            <a:avLst/>
          </a:prstGeom>
          <a:noFill/>
          <a:extLst>
            <a:ext uri="{909E8E84-426E-40DD-AFC4-6F175D3DCCD1}">
              <a14:hiddenFill xmlns:a14="http://schemas.microsoft.com/office/drawing/2010/main">
                <a:solidFill>
                  <a:srgbClr val="FFFFFF"/>
                </a:solidFill>
              </a14:hiddenFill>
            </a:ext>
          </a:extLst>
        </p:spPr>
      </p:pic>
      <p:sp>
        <p:nvSpPr>
          <p:cNvPr id="89" name="Rectangle 88">
            <a:extLst>
              <a:ext uri="{FF2B5EF4-FFF2-40B4-BE49-F238E27FC236}">
                <a16:creationId xmlns:a16="http://schemas.microsoft.com/office/drawing/2014/main" id="{696922BF-1393-40E3-A84D-D564FE2724A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236404" y="2"/>
            <a:ext cx="4688632" cy="68579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Rectangle 90">
            <a:extLst>
              <a:ext uri="{FF2B5EF4-FFF2-40B4-BE49-F238E27FC236}">
                <a16:creationId xmlns:a16="http://schemas.microsoft.com/office/drawing/2014/main" id="{63FA5A5A-43DD-49CE-891B-7DDEA709A5B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113078" y="676656"/>
            <a:ext cx="4415290" cy="54955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92">
            <a:extLst>
              <a:ext uri="{FF2B5EF4-FFF2-40B4-BE49-F238E27FC236}">
                <a16:creationId xmlns:a16="http://schemas.microsoft.com/office/drawing/2014/main" id="{45F682AC-221B-48DE-BB14-2331A9AE8EA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9522862" y="3926770"/>
            <a:ext cx="2132260" cy="2369969"/>
            <a:chOff x="9522862" y="3926770"/>
            <a:chExt cx="2132260" cy="2369969"/>
          </a:xfrm>
        </p:grpSpPr>
        <p:sp>
          <p:nvSpPr>
            <p:cNvPr id="94" name="Rectangle 66">
              <a:extLst>
                <a:ext uri="{FF2B5EF4-FFF2-40B4-BE49-F238E27FC236}">
                  <a16:creationId xmlns:a16="http://schemas.microsoft.com/office/drawing/2014/main" id="{0B20F337-AB99-4D3E-AA19-D9A86DC98DA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773762"/>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66">
              <a:extLst>
                <a:ext uri="{FF2B5EF4-FFF2-40B4-BE49-F238E27FC236}">
                  <a16:creationId xmlns:a16="http://schemas.microsoft.com/office/drawing/2014/main" id="{185F6541-873D-4DA1-AE41-F5752DC8AA6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63164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66">
              <a:extLst>
                <a:ext uri="{FF2B5EF4-FFF2-40B4-BE49-F238E27FC236}">
                  <a16:creationId xmlns:a16="http://schemas.microsoft.com/office/drawing/2014/main" id="{BDEA675F-3EE6-4A59-AD9B-8FCE1EB112E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489534"/>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66">
              <a:extLst>
                <a:ext uri="{FF2B5EF4-FFF2-40B4-BE49-F238E27FC236}">
                  <a16:creationId xmlns:a16="http://schemas.microsoft.com/office/drawing/2014/main" id="{5372E7DF-4AA9-480D-BC4E-D420015AA09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057990"/>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66">
              <a:extLst>
                <a:ext uri="{FF2B5EF4-FFF2-40B4-BE49-F238E27FC236}">
                  <a16:creationId xmlns:a16="http://schemas.microsoft.com/office/drawing/2014/main" id="{3203FB1D-4CA1-4F0A-B825-E4A768476F0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915876"/>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66">
              <a:extLst>
                <a:ext uri="{FF2B5EF4-FFF2-40B4-BE49-F238E27FC236}">
                  <a16:creationId xmlns:a16="http://schemas.microsoft.com/office/drawing/2014/main" id="{AAE6BC10-A561-48A9-96E5-E9F4BEA467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339704"/>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62">
              <a:extLst>
                <a:ext uri="{FF2B5EF4-FFF2-40B4-BE49-F238E27FC236}">
                  <a16:creationId xmlns:a16="http://schemas.microsoft.com/office/drawing/2014/main" id="{E41C46BA-D4E2-4B3E-A376-76409AFA0EF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343541"/>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59">
              <a:extLst>
                <a:ext uri="{FF2B5EF4-FFF2-40B4-BE49-F238E27FC236}">
                  <a16:creationId xmlns:a16="http://schemas.microsoft.com/office/drawing/2014/main" id="{509A9DCE-812F-4D9C-A338-63A5384ADB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197001"/>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64">
              <a:extLst>
                <a:ext uri="{FF2B5EF4-FFF2-40B4-BE49-F238E27FC236}">
                  <a16:creationId xmlns:a16="http://schemas.microsoft.com/office/drawing/2014/main" id="{54122383-7607-4CDD-B206-9798FC6317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3928073"/>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62">
              <a:extLst>
                <a:ext uri="{FF2B5EF4-FFF2-40B4-BE49-F238E27FC236}">
                  <a16:creationId xmlns:a16="http://schemas.microsoft.com/office/drawing/2014/main" id="{FCE7B7A5-A2B0-4082-AFF3-6A5899DBE5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06485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59">
              <a:extLst>
                <a:ext uri="{FF2B5EF4-FFF2-40B4-BE49-F238E27FC236}">
                  <a16:creationId xmlns:a16="http://schemas.microsoft.com/office/drawing/2014/main" id="{9AB257AC-53D4-4C2C-BE7C-B8DE9BACCBA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21191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ectangle 62">
              <a:extLst>
                <a:ext uri="{FF2B5EF4-FFF2-40B4-BE49-F238E27FC236}">
                  <a16:creationId xmlns:a16="http://schemas.microsoft.com/office/drawing/2014/main" id="{BD2B20AF-1DFD-47C9-B1B0-EFE5B28DD4D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495501"/>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62">
              <a:extLst>
                <a:ext uri="{FF2B5EF4-FFF2-40B4-BE49-F238E27FC236}">
                  <a16:creationId xmlns:a16="http://schemas.microsoft.com/office/drawing/2014/main" id="{E138566B-8AF5-4FC2-8D38-2ACC1481AC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64290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62">
              <a:extLst>
                <a:ext uri="{FF2B5EF4-FFF2-40B4-BE49-F238E27FC236}">
                  <a16:creationId xmlns:a16="http://schemas.microsoft.com/office/drawing/2014/main" id="{F11E6A4E-1974-4136-A13B-D4612FB11F1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93397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59">
              <a:extLst>
                <a:ext uri="{FF2B5EF4-FFF2-40B4-BE49-F238E27FC236}">
                  <a16:creationId xmlns:a16="http://schemas.microsoft.com/office/drawing/2014/main" id="{62373081-7375-4332-BC63-F9A650BCADD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78743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62">
              <a:extLst>
                <a:ext uri="{FF2B5EF4-FFF2-40B4-BE49-F238E27FC236}">
                  <a16:creationId xmlns:a16="http://schemas.microsoft.com/office/drawing/2014/main" id="{63F26867-0956-4374-A1D0-1F13B68996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608593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2">
              <a:extLst>
                <a:ext uri="{FF2B5EF4-FFF2-40B4-BE49-F238E27FC236}">
                  <a16:creationId xmlns:a16="http://schemas.microsoft.com/office/drawing/2014/main" id="{2D08AA9F-1911-40C4-B4BE-B143C567E86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532857"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Rectangle 59">
              <a:extLst>
                <a:ext uri="{FF2B5EF4-FFF2-40B4-BE49-F238E27FC236}">
                  <a16:creationId xmlns:a16="http://schemas.microsoft.com/office/drawing/2014/main" id="{15FE3CE8-DC63-4492-A25C-EEC205D486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709362"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62">
              <a:extLst>
                <a:ext uri="{FF2B5EF4-FFF2-40B4-BE49-F238E27FC236}">
                  <a16:creationId xmlns:a16="http://schemas.microsoft.com/office/drawing/2014/main" id="{FE5F33CF-3540-42CB-9E81-D0F157D060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885868"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64">
              <a:extLst>
                <a:ext uri="{FF2B5EF4-FFF2-40B4-BE49-F238E27FC236}">
                  <a16:creationId xmlns:a16="http://schemas.microsoft.com/office/drawing/2014/main" id="{5FBE8AE1-E5B7-402F-8781-350E4897048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062373"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66">
              <a:extLst>
                <a:ext uri="{FF2B5EF4-FFF2-40B4-BE49-F238E27FC236}">
                  <a16:creationId xmlns:a16="http://schemas.microsoft.com/office/drawing/2014/main" id="{3F4DAF15-2BC3-443D-96B4-98C2616CB2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238879"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Rectangle 64">
              <a:extLst>
                <a:ext uri="{FF2B5EF4-FFF2-40B4-BE49-F238E27FC236}">
                  <a16:creationId xmlns:a16="http://schemas.microsoft.com/office/drawing/2014/main" id="{DB9DE5E5-0FE4-41E0-A0E6-892F6AE37F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194455"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66">
              <a:extLst>
                <a:ext uri="{FF2B5EF4-FFF2-40B4-BE49-F238E27FC236}">
                  <a16:creationId xmlns:a16="http://schemas.microsoft.com/office/drawing/2014/main" id="{5DB2EEAF-68D1-4070-BD02-7A6762C0D05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370961"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59">
              <a:extLst>
                <a:ext uri="{FF2B5EF4-FFF2-40B4-BE49-F238E27FC236}">
                  <a16:creationId xmlns:a16="http://schemas.microsoft.com/office/drawing/2014/main" id="{F5CA3E2E-99A2-4F84-B692-41C47DF2C4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419642"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62">
              <a:extLst>
                <a:ext uri="{FF2B5EF4-FFF2-40B4-BE49-F238E27FC236}">
                  <a16:creationId xmlns:a16="http://schemas.microsoft.com/office/drawing/2014/main" id="{167E1103-4B20-4277-9629-3847BC288A1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2">
              <a:extLst>
                <a:ext uri="{FF2B5EF4-FFF2-40B4-BE49-F238E27FC236}">
                  <a16:creationId xmlns:a16="http://schemas.microsoft.com/office/drawing/2014/main" id="{108600A1-4DD2-400E-8461-671EE34F8C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9859961"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59">
              <a:extLst>
                <a:ext uri="{FF2B5EF4-FFF2-40B4-BE49-F238E27FC236}">
                  <a16:creationId xmlns:a16="http://schemas.microsoft.com/office/drawing/2014/main" id="{278B1A91-D81D-4A1E-8D31-FEADB58C56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036466"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64">
              <a:extLst>
                <a:ext uri="{FF2B5EF4-FFF2-40B4-BE49-F238E27FC236}">
                  <a16:creationId xmlns:a16="http://schemas.microsoft.com/office/drawing/2014/main" id="{38177557-0EE0-4722-A289-5B0EFFB2445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9521559"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66">
              <a:extLst>
                <a:ext uri="{FF2B5EF4-FFF2-40B4-BE49-F238E27FC236}">
                  <a16:creationId xmlns:a16="http://schemas.microsoft.com/office/drawing/2014/main" id="{A4454EB0-A7A2-447C-9857-38B5B809940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9698065"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7507224" y="996696"/>
            <a:ext cx="3703320" cy="3081528"/>
          </a:xfrm>
        </p:spPr>
        <p:txBody>
          <a:bodyPr vert="horz" lIns="91440" tIns="45720" rIns="91440" bIns="45720" rtlCol="0" anchor="b">
            <a:normAutofit/>
          </a:bodyPr>
          <a:lstStyle/>
          <a:p>
            <a:r>
              <a:rPr lang="en-US" sz="4800" kern="1200">
                <a:solidFill>
                  <a:srgbClr val="FFFFFF"/>
                </a:solidFill>
                <a:latin typeface="+mj-lt"/>
                <a:ea typeface="+mj-ea"/>
                <a:cs typeface="+mj-cs"/>
              </a:rPr>
              <a:t>Order proof</a:t>
            </a:r>
          </a:p>
        </p:txBody>
      </p:sp>
    </p:spTree>
    <p:extLst>
      <p:ext uri="{BB962C8B-B14F-4D97-AF65-F5344CB8AC3E}">
        <p14:creationId xmlns:p14="http://schemas.microsoft.com/office/powerpoint/2010/main" val="190827175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1" name="Down Arrow 7">
            <a:extLst>
              <a:ext uri="{FF2B5EF4-FFF2-40B4-BE49-F238E27FC236}">
                <a16:creationId xmlns:a16="http://schemas.microsoft.com/office/drawing/2014/main" id="{D4771268-CB57-404A-9271-370EB28F60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a:off x="800100" y="1491343"/>
            <a:ext cx="3333749" cy="3499103"/>
          </a:xfrm>
          <a:prstGeom prst="downArrow">
            <a:avLst>
              <a:gd name="adj1" fmla="val 100000"/>
              <a:gd name="adj2" fmla="val 15788"/>
            </a:avLst>
          </a:prstGeom>
          <a:solidFill>
            <a:srgbClr val="404040"/>
          </a:solidFill>
          <a:ln w="539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1028700" y="1967266"/>
            <a:ext cx="2628900" cy="2547257"/>
          </a:xfrm>
          <a:noFill/>
        </p:spPr>
        <p:txBody>
          <a:bodyPr vert="horz" lIns="91440" tIns="45720" rIns="91440" bIns="45720" rtlCol="0" anchor="ctr">
            <a:normAutofit/>
          </a:bodyPr>
          <a:lstStyle/>
          <a:p>
            <a:pPr algn="ctr"/>
            <a:r>
              <a:rPr lang="en-US" sz="3600" kern="1200">
                <a:solidFill>
                  <a:srgbClr val="FFFFFF"/>
                </a:solidFill>
                <a:latin typeface="+mj-lt"/>
                <a:ea typeface="+mj-ea"/>
                <a:cs typeface="+mj-cs"/>
              </a:rPr>
              <a:t>Order proof</a:t>
            </a:r>
          </a:p>
        </p:txBody>
      </p:sp>
      <p:pic>
        <p:nvPicPr>
          <p:cNvPr id="3074" name="Picture 2" descr="May be an image of text that says '11:29 35% Contracts W-8BEN form to withdraw money. Earnings available now: $0.00 Active Contracts Search contracts Facebook and Instagram expert. Hired by: Joe Active: No time logged yet $5.00/hr, 40 hrs weekly limit Feb 28 Present See Timesheet View All Contracts Direct contracts Create simple contracts with your non-Upwork clients, protected in escrow, leading to quick payment. Create and view your Direct Contracts Q Jobs Proposals Contracts Messages Alerts'">
            <a:extLst>
              <a:ext uri="{FF2B5EF4-FFF2-40B4-BE49-F238E27FC236}">
                <a16:creationId xmlns:a16="http://schemas.microsoft.com/office/drawing/2014/main" id="{534DEA01-A70C-4A95-82ED-27BF27478D86}"/>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6879895" y="643466"/>
            <a:ext cx="2575541" cy="556873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216673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1B6DA0A4-EF75-400F-BE80-0CDCC2840FE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3" name="Group 72">
            <a:extLst>
              <a:ext uri="{FF2B5EF4-FFF2-40B4-BE49-F238E27FC236}">
                <a16:creationId xmlns:a16="http://schemas.microsoft.com/office/drawing/2014/main" id="{CBBAA007-0E00-46DD-BC1E-44064E280A7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4864" y="44817"/>
            <a:ext cx="233303" cy="772404"/>
            <a:chOff x="11868912" y="44817"/>
            <a:chExt cx="233303" cy="772404"/>
          </a:xfrm>
        </p:grpSpPr>
        <p:sp>
          <p:nvSpPr>
            <p:cNvPr id="74" name="Rectangle 64">
              <a:extLst>
                <a:ext uri="{FF2B5EF4-FFF2-40B4-BE49-F238E27FC236}">
                  <a16:creationId xmlns:a16="http://schemas.microsoft.com/office/drawing/2014/main" id="{4C57F7E6-EFC1-45AA-A10F-F563B36A9E0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39099" y="46121"/>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66">
              <a:extLst>
                <a:ext uri="{FF2B5EF4-FFF2-40B4-BE49-F238E27FC236}">
                  <a16:creationId xmlns:a16="http://schemas.microsoft.com/office/drawing/2014/main" id="{957264EF-A271-477A-99A3-47B65A7C5F4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609" y="46120"/>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64">
              <a:extLst>
                <a:ext uri="{FF2B5EF4-FFF2-40B4-BE49-F238E27FC236}">
                  <a16:creationId xmlns:a16="http://schemas.microsoft.com/office/drawing/2014/main" id="{C01C28A3-60C5-4E22-9D4A-6677BD18E0E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756690"/>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66">
              <a:extLst>
                <a:ext uri="{FF2B5EF4-FFF2-40B4-BE49-F238E27FC236}">
                  <a16:creationId xmlns:a16="http://schemas.microsoft.com/office/drawing/2014/main" id="{79D2D8C8-7FF0-4E54-A35E-01D64575F0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756690"/>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64">
              <a:extLst>
                <a:ext uri="{FF2B5EF4-FFF2-40B4-BE49-F238E27FC236}">
                  <a16:creationId xmlns:a16="http://schemas.microsoft.com/office/drawing/2014/main" id="{30765AA0-9112-4144-A6FD-04FD734FAC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614576"/>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66">
              <a:extLst>
                <a:ext uri="{FF2B5EF4-FFF2-40B4-BE49-F238E27FC236}">
                  <a16:creationId xmlns:a16="http://schemas.microsoft.com/office/drawing/2014/main" id="{E245C486-CDE3-4F72-83A3-5F52BBD5CC5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614576"/>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64">
              <a:extLst>
                <a:ext uri="{FF2B5EF4-FFF2-40B4-BE49-F238E27FC236}">
                  <a16:creationId xmlns:a16="http://schemas.microsoft.com/office/drawing/2014/main" id="{95FBEB48-0D25-42EB-8EA4-38659180B3F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472462"/>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66">
              <a:extLst>
                <a:ext uri="{FF2B5EF4-FFF2-40B4-BE49-F238E27FC236}">
                  <a16:creationId xmlns:a16="http://schemas.microsoft.com/office/drawing/2014/main" id="{6FFCAE02-5AE7-4C3D-8D0A-B054BAC59A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472462"/>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64">
              <a:extLst>
                <a:ext uri="{FF2B5EF4-FFF2-40B4-BE49-F238E27FC236}">
                  <a16:creationId xmlns:a16="http://schemas.microsoft.com/office/drawing/2014/main" id="{D462233B-480D-46F5-9A40-672981D522D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330348"/>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66">
              <a:extLst>
                <a:ext uri="{FF2B5EF4-FFF2-40B4-BE49-F238E27FC236}">
                  <a16:creationId xmlns:a16="http://schemas.microsoft.com/office/drawing/2014/main" id="{6C74B60C-A710-4F11-ACA1-D7A782DBDF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330348"/>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64">
              <a:extLst>
                <a:ext uri="{FF2B5EF4-FFF2-40B4-BE49-F238E27FC236}">
                  <a16:creationId xmlns:a16="http://schemas.microsoft.com/office/drawing/2014/main" id="{721792DE-B1B1-487F-ACB1-0F90F6DC7F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2041685" y="188234"/>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66">
              <a:extLst>
                <a:ext uri="{FF2B5EF4-FFF2-40B4-BE49-F238E27FC236}">
                  <a16:creationId xmlns:a16="http://schemas.microsoft.com/office/drawing/2014/main" id="{AE8B9B89-A58A-4526-BD5F-A11DBAF35F5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11867949" y="188234"/>
              <a:ext cx="61834" cy="592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7" name="Rectangle 86">
            <a:extLst>
              <a:ext uri="{FF2B5EF4-FFF2-40B4-BE49-F238E27FC236}">
                <a16:creationId xmlns:a16="http://schemas.microsoft.com/office/drawing/2014/main" id="{EEC2552E-6DB6-4824-AF2B-1C289AE3836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2474" y="675107"/>
            <a:ext cx="6088351" cy="54955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98" name="Picture 2" descr="Graphical user interface, text, application, chat or text message&#10;&#10;Description automatically generated">
            <a:extLst>
              <a:ext uri="{FF2B5EF4-FFF2-40B4-BE49-F238E27FC236}">
                <a16:creationId xmlns:a16="http://schemas.microsoft.com/office/drawing/2014/main" id="{1E930A15-BA44-4BDF-9432-14F86A516A74}"/>
              </a:ext>
            </a:extLst>
          </p:cNvPr>
          <p:cNvPicPr>
            <a:picLocks noChangeAspect="1" noChangeArrowheads="1"/>
          </p:cNvPicPr>
          <p:nvPr/>
        </p:nvPicPr>
        <p:blipFill>
          <a:blip r:embed="rId3">
            <a:alphaModFix/>
            <a:extLst>
              <a:ext uri="{28A0092B-C50C-407E-A947-70E740481C1C}">
                <a14:useLocalDpi xmlns:a14="http://schemas.microsoft.com/office/drawing/2010/main" val="0"/>
              </a:ext>
            </a:extLst>
          </a:blip>
          <a:stretch>
            <a:fillRect/>
          </a:stretch>
        </p:blipFill>
        <p:spPr bwMode="auto">
          <a:xfrm>
            <a:off x="2399496" y="928245"/>
            <a:ext cx="2369902" cy="4989268"/>
          </a:xfrm>
          <a:prstGeom prst="rect">
            <a:avLst/>
          </a:prstGeom>
          <a:noFill/>
          <a:extLst>
            <a:ext uri="{909E8E84-426E-40DD-AFC4-6F175D3DCCD1}">
              <a14:hiddenFill xmlns:a14="http://schemas.microsoft.com/office/drawing/2010/main">
                <a:solidFill>
                  <a:srgbClr val="FFFFFF"/>
                </a:solidFill>
              </a14:hiddenFill>
            </a:ext>
          </a:extLst>
        </p:spPr>
      </p:pic>
      <p:sp>
        <p:nvSpPr>
          <p:cNvPr id="89" name="Rectangle 88">
            <a:extLst>
              <a:ext uri="{FF2B5EF4-FFF2-40B4-BE49-F238E27FC236}">
                <a16:creationId xmlns:a16="http://schemas.microsoft.com/office/drawing/2014/main" id="{696922BF-1393-40E3-A84D-D564FE2724A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236404" y="2"/>
            <a:ext cx="4688632" cy="68579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Rectangle 90">
            <a:extLst>
              <a:ext uri="{FF2B5EF4-FFF2-40B4-BE49-F238E27FC236}">
                <a16:creationId xmlns:a16="http://schemas.microsoft.com/office/drawing/2014/main" id="{63FA5A5A-43DD-49CE-891B-7DDEA709A5B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113078" y="676656"/>
            <a:ext cx="4415290" cy="54955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92">
            <a:extLst>
              <a:ext uri="{FF2B5EF4-FFF2-40B4-BE49-F238E27FC236}">
                <a16:creationId xmlns:a16="http://schemas.microsoft.com/office/drawing/2014/main" id="{45F682AC-221B-48DE-BB14-2331A9AE8EA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9522862" y="3926770"/>
            <a:ext cx="2132260" cy="2369969"/>
            <a:chOff x="9522862" y="3926770"/>
            <a:chExt cx="2132260" cy="2369969"/>
          </a:xfrm>
        </p:grpSpPr>
        <p:sp>
          <p:nvSpPr>
            <p:cNvPr id="94" name="Rectangle 66">
              <a:extLst>
                <a:ext uri="{FF2B5EF4-FFF2-40B4-BE49-F238E27FC236}">
                  <a16:creationId xmlns:a16="http://schemas.microsoft.com/office/drawing/2014/main" id="{0B20F337-AB99-4D3E-AA19-D9A86DC98DA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773762"/>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66">
              <a:extLst>
                <a:ext uri="{FF2B5EF4-FFF2-40B4-BE49-F238E27FC236}">
                  <a16:creationId xmlns:a16="http://schemas.microsoft.com/office/drawing/2014/main" id="{185F6541-873D-4DA1-AE41-F5752DC8AA6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63164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66">
              <a:extLst>
                <a:ext uri="{FF2B5EF4-FFF2-40B4-BE49-F238E27FC236}">
                  <a16:creationId xmlns:a16="http://schemas.microsoft.com/office/drawing/2014/main" id="{BDEA675F-3EE6-4A59-AD9B-8FCE1EB112E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489534"/>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66">
              <a:extLst>
                <a:ext uri="{FF2B5EF4-FFF2-40B4-BE49-F238E27FC236}">
                  <a16:creationId xmlns:a16="http://schemas.microsoft.com/office/drawing/2014/main" id="{5372E7DF-4AA9-480D-BC4E-D420015AA09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057990"/>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66">
              <a:extLst>
                <a:ext uri="{FF2B5EF4-FFF2-40B4-BE49-F238E27FC236}">
                  <a16:creationId xmlns:a16="http://schemas.microsoft.com/office/drawing/2014/main" id="{3203FB1D-4CA1-4F0A-B825-E4A768476F0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915876"/>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66">
              <a:extLst>
                <a:ext uri="{FF2B5EF4-FFF2-40B4-BE49-F238E27FC236}">
                  <a16:creationId xmlns:a16="http://schemas.microsoft.com/office/drawing/2014/main" id="{AAE6BC10-A561-48A9-96E5-E9F4BEA467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339704"/>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62">
              <a:extLst>
                <a:ext uri="{FF2B5EF4-FFF2-40B4-BE49-F238E27FC236}">
                  <a16:creationId xmlns:a16="http://schemas.microsoft.com/office/drawing/2014/main" id="{E41C46BA-D4E2-4B3E-A376-76409AFA0EF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343541"/>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59">
              <a:extLst>
                <a:ext uri="{FF2B5EF4-FFF2-40B4-BE49-F238E27FC236}">
                  <a16:creationId xmlns:a16="http://schemas.microsoft.com/office/drawing/2014/main" id="{509A9DCE-812F-4D9C-A338-63A5384ADB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197001"/>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64">
              <a:extLst>
                <a:ext uri="{FF2B5EF4-FFF2-40B4-BE49-F238E27FC236}">
                  <a16:creationId xmlns:a16="http://schemas.microsoft.com/office/drawing/2014/main" id="{54122383-7607-4CDD-B206-9798FC6317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3928073"/>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62">
              <a:extLst>
                <a:ext uri="{FF2B5EF4-FFF2-40B4-BE49-F238E27FC236}">
                  <a16:creationId xmlns:a16="http://schemas.microsoft.com/office/drawing/2014/main" id="{FCE7B7A5-A2B0-4082-AFF3-6A5899DBE5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06485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59">
              <a:extLst>
                <a:ext uri="{FF2B5EF4-FFF2-40B4-BE49-F238E27FC236}">
                  <a16:creationId xmlns:a16="http://schemas.microsoft.com/office/drawing/2014/main" id="{9AB257AC-53D4-4C2C-BE7C-B8DE9BACCBA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421191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ectangle 62">
              <a:extLst>
                <a:ext uri="{FF2B5EF4-FFF2-40B4-BE49-F238E27FC236}">
                  <a16:creationId xmlns:a16="http://schemas.microsoft.com/office/drawing/2014/main" id="{BD2B20AF-1DFD-47C9-B1B0-EFE5B28DD4D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495501"/>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62">
              <a:extLst>
                <a:ext uri="{FF2B5EF4-FFF2-40B4-BE49-F238E27FC236}">
                  <a16:creationId xmlns:a16="http://schemas.microsoft.com/office/drawing/2014/main" id="{E138566B-8AF5-4FC2-8D38-2ACC1481AC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64290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62">
              <a:extLst>
                <a:ext uri="{FF2B5EF4-FFF2-40B4-BE49-F238E27FC236}">
                  <a16:creationId xmlns:a16="http://schemas.microsoft.com/office/drawing/2014/main" id="{F11E6A4E-1974-4136-A13B-D4612FB11F1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93397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59">
              <a:extLst>
                <a:ext uri="{FF2B5EF4-FFF2-40B4-BE49-F238E27FC236}">
                  <a16:creationId xmlns:a16="http://schemas.microsoft.com/office/drawing/2014/main" id="{62373081-7375-4332-BC63-F9A650BCADD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578743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62">
              <a:extLst>
                <a:ext uri="{FF2B5EF4-FFF2-40B4-BE49-F238E27FC236}">
                  <a16:creationId xmlns:a16="http://schemas.microsoft.com/office/drawing/2014/main" id="{63F26867-0956-4374-A1D0-1F13B68996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6085937"/>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2">
              <a:extLst>
                <a:ext uri="{FF2B5EF4-FFF2-40B4-BE49-F238E27FC236}">
                  <a16:creationId xmlns:a16="http://schemas.microsoft.com/office/drawing/2014/main" id="{2D08AA9F-1911-40C4-B4BE-B143C567E86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532857"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Rectangle 59">
              <a:extLst>
                <a:ext uri="{FF2B5EF4-FFF2-40B4-BE49-F238E27FC236}">
                  <a16:creationId xmlns:a16="http://schemas.microsoft.com/office/drawing/2014/main" id="{15FE3CE8-DC63-4492-A25C-EEC205D486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709362"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62">
              <a:extLst>
                <a:ext uri="{FF2B5EF4-FFF2-40B4-BE49-F238E27FC236}">
                  <a16:creationId xmlns:a16="http://schemas.microsoft.com/office/drawing/2014/main" id="{FE5F33CF-3540-42CB-9E81-D0F157D060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885868"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64">
              <a:extLst>
                <a:ext uri="{FF2B5EF4-FFF2-40B4-BE49-F238E27FC236}">
                  <a16:creationId xmlns:a16="http://schemas.microsoft.com/office/drawing/2014/main" id="{5FBE8AE1-E5B7-402F-8781-350E4897048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062373"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66">
              <a:extLst>
                <a:ext uri="{FF2B5EF4-FFF2-40B4-BE49-F238E27FC236}">
                  <a16:creationId xmlns:a16="http://schemas.microsoft.com/office/drawing/2014/main" id="{3F4DAF15-2BC3-443D-96B4-98C2616CB2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238879"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Rectangle 64">
              <a:extLst>
                <a:ext uri="{FF2B5EF4-FFF2-40B4-BE49-F238E27FC236}">
                  <a16:creationId xmlns:a16="http://schemas.microsoft.com/office/drawing/2014/main" id="{DB9DE5E5-0FE4-41E0-A0E6-892F6AE37F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194455"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66">
              <a:extLst>
                <a:ext uri="{FF2B5EF4-FFF2-40B4-BE49-F238E27FC236}">
                  <a16:creationId xmlns:a16="http://schemas.microsoft.com/office/drawing/2014/main" id="{5DB2EEAF-68D1-4070-BD02-7A6762C0D05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370961"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59">
              <a:extLst>
                <a:ext uri="{FF2B5EF4-FFF2-40B4-BE49-F238E27FC236}">
                  <a16:creationId xmlns:a16="http://schemas.microsoft.com/office/drawing/2014/main" id="{F5CA3E2E-99A2-4F84-B692-41C47DF2C4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419642"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62">
              <a:extLst>
                <a:ext uri="{FF2B5EF4-FFF2-40B4-BE49-F238E27FC236}">
                  <a16:creationId xmlns:a16="http://schemas.microsoft.com/office/drawing/2014/main" id="{167E1103-4B20-4277-9629-3847BC288A1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1594592"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2">
              <a:extLst>
                <a:ext uri="{FF2B5EF4-FFF2-40B4-BE49-F238E27FC236}">
                  <a16:creationId xmlns:a16="http://schemas.microsoft.com/office/drawing/2014/main" id="{108600A1-4DD2-400E-8461-671EE34F8C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9859961"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59">
              <a:extLst>
                <a:ext uri="{FF2B5EF4-FFF2-40B4-BE49-F238E27FC236}">
                  <a16:creationId xmlns:a16="http://schemas.microsoft.com/office/drawing/2014/main" id="{278B1A91-D81D-4A1E-8D31-FEADB58C56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10036466"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64">
              <a:extLst>
                <a:ext uri="{FF2B5EF4-FFF2-40B4-BE49-F238E27FC236}">
                  <a16:creationId xmlns:a16="http://schemas.microsoft.com/office/drawing/2014/main" id="{38177557-0EE0-4722-A289-5B0EFFB2445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9521559"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66">
              <a:extLst>
                <a:ext uri="{FF2B5EF4-FFF2-40B4-BE49-F238E27FC236}">
                  <a16:creationId xmlns:a16="http://schemas.microsoft.com/office/drawing/2014/main" id="{A4454EB0-A7A2-447C-9857-38B5B809940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9698065" y="6236208"/>
              <a:ext cx="61834" cy="5922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7507224" y="996696"/>
            <a:ext cx="3703320" cy="3081528"/>
          </a:xfrm>
        </p:spPr>
        <p:txBody>
          <a:bodyPr vert="horz" lIns="91440" tIns="45720" rIns="91440" bIns="45720" rtlCol="0" anchor="b">
            <a:normAutofit/>
          </a:bodyPr>
          <a:lstStyle/>
          <a:p>
            <a:r>
              <a:rPr lang="en-US" sz="4800" kern="1200">
                <a:solidFill>
                  <a:srgbClr val="FFFFFF"/>
                </a:solidFill>
                <a:latin typeface="+mj-lt"/>
                <a:ea typeface="+mj-ea"/>
                <a:cs typeface="+mj-cs"/>
              </a:rPr>
              <a:t>Order proof</a:t>
            </a:r>
          </a:p>
        </p:txBody>
      </p:sp>
    </p:spTree>
    <p:extLst>
      <p:ext uri="{BB962C8B-B14F-4D97-AF65-F5344CB8AC3E}">
        <p14:creationId xmlns:p14="http://schemas.microsoft.com/office/powerpoint/2010/main" val="124607615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1" name="Rectangle 70">
            <a:extLst>
              <a:ext uri="{FF2B5EF4-FFF2-40B4-BE49-F238E27FC236}">
                <a16:creationId xmlns:a16="http://schemas.microsoft.com/office/drawing/2014/main" id="{F0A604E4-7307-451C-93BE-F1F7E1BF3B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 y="0"/>
            <a:ext cx="1219200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F7F3A0AA-35E5-4085-942B-73783903060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 y="5282344"/>
            <a:ext cx="12191998" cy="1590742"/>
          </a:xfrm>
          <a:prstGeom prst="rect">
            <a:avLst/>
          </a:prstGeom>
          <a:gradFill>
            <a:gsLst>
              <a:gs pos="34000">
                <a:srgbClr val="000000">
                  <a:alpha val="96000"/>
                </a:srgbClr>
              </a:gs>
              <a:gs pos="100000">
                <a:schemeClr val="accent1"/>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402F5C38-C747-4173-ABBF-656E39E82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4" y="5282344"/>
            <a:ext cx="8115300" cy="1590742"/>
          </a:xfrm>
          <a:prstGeom prst="rect">
            <a:avLst/>
          </a:prstGeom>
          <a:gradFill>
            <a:gsLst>
              <a:gs pos="28000">
                <a:schemeClr val="accent1">
                  <a:lumMod val="75000"/>
                  <a:alpha val="59000"/>
                </a:schemeClr>
              </a:gs>
              <a:gs pos="100000">
                <a:srgbClr val="000000">
                  <a:alpha val="70000"/>
                </a:srgbClr>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E37EECFC-A684-4391-AE85-4CDAF5565F6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4" y="5282344"/>
            <a:ext cx="12191998" cy="1590742"/>
          </a:xfrm>
          <a:prstGeom prst="rect">
            <a:avLst/>
          </a:prstGeom>
          <a:gradFill>
            <a:gsLst>
              <a:gs pos="0">
                <a:srgbClr val="000000">
                  <a:alpha val="71765"/>
                </a:srgbClr>
              </a:gs>
              <a:gs pos="100000">
                <a:schemeClr val="accent1">
                  <a:alpha val="0"/>
                </a:schemeClr>
              </a:gs>
            </a:gsLst>
            <a:lin ang="15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699714" y="5490971"/>
            <a:ext cx="6962072" cy="1159200"/>
          </a:xfrm>
        </p:spPr>
        <p:txBody>
          <a:bodyPr vert="horz" lIns="91440" tIns="45720" rIns="91440" bIns="45720" rtlCol="0" anchor="ctr">
            <a:normAutofit/>
          </a:bodyPr>
          <a:lstStyle/>
          <a:p>
            <a:r>
              <a:rPr lang="en-US" kern="1200">
                <a:solidFill>
                  <a:srgbClr val="FFFFFF"/>
                </a:solidFill>
                <a:latin typeface="+mj-lt"/>
                <a:ea typeface="+mj-ea"/>
                <a:cs typeface="+mj-cs"/>
              </a:rPr>
              <a:t>Order proof</a:t>
            </a:r>
          </a:p>
        </p:txBody>
      </p:sp>
      <p:pic>
        <p:nvPicPr>
          <p:cNvPr id="5122" name="Picture 2" descr="Graphical user interface, application&#10;&#10;Description automatically generated">
            <a:extLst>
              <a:ext uri="{FF2B5EF4-FFF2-40B4-BE49-F238E27FC236}">
                <a16:creationId xmlns:a16="http://schemas.microsoft.com/office/drawing/2014/main" id="{09F25205-F19F-411F-B4E6-63E0F5826724}"/>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478535" y="767184"/>
            <a:ext cx="11327549" cy="376641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006589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306824" cy="1325563"/>
          </a:xfrm>
        </p:spPr>
        <p:txBody>
          <a:bodyPr/>
          <a:lstStyle/>
          <a:p>
            <a:r>
              <a:rPr lang="en-US" dirty="0"/>
              <a:t>THANK YOU</a:t>
            </a:r>
          </a:p>
        </p:txBody>
      </p:sp>
      <p:sp>
        <p:nvSpPr>
          <p:cNvPr id="37" name="Text Placeholder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3191256"/>
            <a:ext cx="3505201" cy="1798639"/>
          </a:xfrm>
        </p:spPr>
        <p:txBody>
          <a:bodyPr/>
          <a:lstStyle/>
          <a:p>
            <a:r>
              <a:rPr lang="en-US" dirty="0"/>
              <a:t>Mirjam Nilsson​</a:t>
            </a:r>
          </a:p>
          <a:p>
            <a:r>
              <a:rPr lang="en-US" dirty="0"/>
              <a:t>206-555-0146</a:t>
            </a:r>
          </a:p>
          <a:p>
            <a:r>
              <a:rPr lang="en-US" dirty="0"/>
              <a:t>mirjam@contoso.com</a:t>
            </a:r>
          </a:p>
          <a:p>
            <a:r>
              <a:rPr lang="en-US" dirty="0"/>
              <a:t>www.contoso.com</a:t>
            </a:r>
          </a:p>
        </p:txBody>
      </p:sp>
      <p:sp>
        <p:nvSpPr>
          <p:cNvPr id="4" name="Date Placeholder 3">
            <a:extLst>
              <a:ext uri="{FF2B5EF4-FFF2-40B4-BE49-F238E27FC236}">
                <a16:creationId xmlns:a16="http://schemas.microsoft.com/office/drawing/2014/main" id="{5E9C9CF3-789B-4F9F-8F03-9C35C87C63CD}"/>
              </a:ext>
            </a:extLst>
          </p:cNvPr>
          <p:cNvSpPr>
            <a:spLocks noGrp="1"/>
          </p:cNvSpPr>
          <p:nvPr>
            <p:ph type="dt" sz="half" idx="10"/>
          </p:nvPr>
        </p:nvSpPr>
        <p:spPr>
          <a:xfrm>
            <a:off x="838200" y="6356350"/>
            <a:ext cx="2743200" cy="365125"/>
          </a:xfrm>
        </p:spPr>
        <p:txBody>
          <a:bodyPr/>
          <a:lstStyle/>
          <a:p>
            <a:r>
              <a:rPr lang="en-US" dirty="0"/>
              <a:t>7/1/20XX</a:t>
            </a:r>
          </a:p>
        </p:txBody>
      </p:sp>
      <p:sp>
        <p:nvSpPr>
          <p:cNvPr id="5" name="Footer Placeholder 4">
            <a:extLst>
              <a:ext uri="{FF2B5EF4-FFF2-40B4-BE49-F238E27FC236}">
                <a16:creationId xmlns:a16="http://schemas.microsoft.com/office/drawing/2014/main" id="{AB42D8F5-6E48-4FFF-A481-06916758090C}"/>
              </a:ext>
            </a:extLst>
          </p:cNvPr>
          <p:cNvSpPr>
            <a:spLocks noGrp="1"/>
          </p:cNvSpPr>
          <p:nvPr>
            <p:ph type="ftr" sz="quarter" idx="11"/>
          </p:nvPr>
        </p:nvSpPr>
        <p:spPr>
          <a:xfrm>
            <a:off x="4038600" y="6356350"/>
            <a:ext cx="4114800" cy="365125"/>
          </a:xfrm>
        </p:spPr>
        <p:txBody>
          <a:bodyPr/>
          <a:lstStyle/>
          <a:p>
            <a:r>
              <a:rPr lang="en-US" dirty="0"/>
              <a:t>Pitch deck title</a:t>
            </a:r>
          </a:p>
        </p:txBody>
      </p:sp>
      <p:sp>
        <p:nvSpPr>
          <p:cNvPr id="6" name="Slide Number Placeholder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23</a:t>
            </a:fld>
            <a:endParaRPr lang="en-US" dirty="0"/>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_JB_v2" id="{E6E25CD2-8512-4B49-9A83-9AC317278B8F}" vid="{100AFDCD-A339-4D94-B373-F9848C2D26B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F7069D1F-6C1F-4FA3-8CCB-EA801E558BEC}">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customXml/itemProps2.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3.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{302D8D46-2F63-4F14-9DE6-7D9670752147}tf16411248_win32</Template>
  <TotalTime>42</TotalTime>
  <Words>446</Words>
  <Application>Microsoft Office PowerPoint</Application>
  <PresentationFormat>Widescreen</PresentationFormat>
  <Paragraphs>68</Paragraphs>
  <Slides>23</Slides>
  <Notes>20</Notes>
  <HiddenSlides>0</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23</vt:i4>
      </vt:variant>
    </vt:vector>
  </HeadingPairs>
  <TitlesOfParts>
    <vt:vector size="32" baseType="lpstr">
      <vt:lpstr>Arial</vt:lpstr>
      <vt:lpstr>Avenir Next LT Pro Light</vt:lpstr>
      <vt:lpstr>Calibri</vt:lpstr>
      <vt:lpstr>Noto Sans Symbols</vt:lpstr>
      <vt:lpstr>Posterama</vt:lpstr>
      <vt:lpstr>Squada One</vt:lpstr>
      <vt:lpstr>Tw Cen MT</vt:lpstr>
      <vt:lpstr>Wingdings</vt:lpstr>
      <vt:lpstr>Office Theme</vt:lpstr>
      <vt:lpstr>PITCH DECK</vt:lpstr>
      <vt:lpstr>oUTLINE</vt:lpstr>
      <vt:lpstr>Cover letter</vt:lpstr>
      <vt:lpstr>rESULTS</vt:lpstr>
      <vt:lpstr>rESULTS</vt:lpstr>
      <vt:lpstr>rESULTS</vt:lpstr>
      <vt:lpstr>rESULTS</vt:lpstr>
      <vt:lpstr>rESULTS</vt:lpstr>
      <vt:lpstr>rESULTS</vt:lpstr>
      <vt:lpstr>rESULTS</vt:lpstr>
      <vt:lpstr>rESULTS</vt:lpstr>
      <vt:lpstr>reviews</vt:lpstr>
      <vt:lpstr>reviews</vt:lpstr>
      <vt:lpstr>reviews</vt:lpstr>
      <vt:lpstr>reviews</vt:lpstr>
      <vt:lpstr>reviews</vt:lpstr>
      <vt:lpstr>reviews</vt:lpstr>
      <vt:lpstr>Order proof</vt:lpstr>
      <vt:lpstr>Order proof</vt:lpstr>
      <vt:lpstr>Order proof</vt:lpstr>
      <vt:lpstr>Order proof</vt:lpstr>
      <vt:lpstr>Order proof</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PITCH DECK</dc:title>
  <dc:creator>Hizbullah atik Siddique</dc:creator>
  <cp:lastModifiedBy>Hizbullah atik Siddique</cp:lastModifiedBy>
  <cp:revision>1</cp:revision>
  <dcterms:created xsi:type="dcterms:W3CDTF">2022-04-10T20:03:18Z</dcterms:created>
  <dcterms:modified xsi:type="dcterms:W3CDTF">2022-04-10T20:46:15Z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