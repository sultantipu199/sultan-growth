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26" y="-5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76E-CBF9-4182-93B1-3457B4A8AE6D}" type="datetimeFigureOut">
              <a:rPr lang="en-US" smtClean="0"/>
              <a:t>6/13/2021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BB6A-6C9D-4BD9-BCAF-3C69E5F71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84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76E-CBF9-4182-93B1-3457B4A8AE6D}" type="datetimeFigureOut">
              <a:rPr lang="en-US" smtClean="0"/>
              <a:t>6/13/2021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BB6A-6C9D-4BD9-BCAF-3C69E5F71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420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76E-CBF9-4182-93B1-3457B4A8AE6D}" type="datetimeFigureOut">
              <a:rPr lang="en-US" smtClean="0"/>
              <a:t>6/13/2021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BB6A-6C9D-4BD9-BCAF-3C69E5F71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69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76E-CBF9-4182-93B1-3457B4A8AE6D}" type="datetimeFigureOut">
              <a:rPr lang="en-US" smtClean="0"/>
              <a:t>6/13/2021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BB6A-6C9D-4BD9-BCAF-3C69E5F71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19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76E-CBF9-4182-93B1-3457B4A8AE6D}" type="datetimeFigureOut">
              <a:rPr lang="en-US" smtClean="0"/>
              <a:t>6/13/2021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BB6A-6C9D-4BD9-BCAF-3C69E5F71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07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76E-CBF9-4182-93B1-3457B4A8AE6D}" type="datetimeFigureOut">
              <a:rPr lang="en-US" smtClean="0"/>
              <a:t>6/13/2021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BB6A-6C9D-4BD9-BCAF-3C69E5F71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690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76E-CBF9-4182-93B1-3457B4A8AE6D}" type="datetimeFigureOut">
              <a:rPr lang="en-US" smtClean="0"/>
              <a:t>6/13/2021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BB6A-6C9D-4BD9-BCAF-3C69E5F71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723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76E-CBF9-4182-93B1-3457B4A8AE6D}" type="datetimeFigureOut">
              <a:rPr lang="en-US" smtClean="0"/>
              <a:t>6/13/2021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BB6A-6C9D-4BD9-BCAF-3C69E5F71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81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76E-CBF9-4182-93B1-3457B4A8AE6D}" type="datetimeFigureOut">
              <a:rPr lang="en-US" smtClean="0"/>
              <a:t>6/13/2021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BB6A-6C9D-4BD9-BCAF-3C69E5F71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145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76E-CBF9-4182-93B1-3457B4A8AE6D}" type="datetimeFigureOut">
              <a:rPr lang="en-US" smtClean="0"/>
              <a:t>6/13/2021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BB6A-6C9D-4BD9-BCAF-3C69E5F71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4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76E-CBF9-4182-93B1-3457B4A8AE6D}" type="datetimeFigureOut">
              <a:rPr lang="en-US" smtClean="0"/>
              <a:t>6/13/2021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BB6A-6C9D-4BD9-BCAF-3C69E5F71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2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DD76E-CBF9-4182-93B1-3457B4A8AE6D}" type="datetimeFigureOut">
              <a:rPr lang="en-US" smtClean="0"/>
              <a:t>6/13/2021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68BB6A-6C9D-4BD9-BCAF-3C69E5F71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21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Google ads portfolio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SR DREAM IT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2148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C:\Users\user\Desktop\SUPANTHA IT\SR DREAM IT\Students review\Website images\Google ads portfolio\Google ads\697769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515938"/>
            <a:ext cx="7618413" cy="591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0009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SUPANTHA IT\SR DREAM IT\Students review\Website images\Google ads portfolio\Google ads\951326-Screenshot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0"/>
            <a:ext cx="7620001" cy="485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688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user\Desktop\SUPANTHA IT\SR DREAM IT\Students review\Website images\Google ads portfolio\Google ads\ace-image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143000"/>
            <a:ext cx="6143625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478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user\Desktop\SUPANTHA IT\SR DREAM IT\Students review\Website images\Google ads portfolio\Google ads\adwords-expres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39818"/>
            <a:ext cx="8027716" cy="5779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586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user\Desktop\SUPANTHA IT\SR DREAM IT\Students review\Website images\Google ads portfolio\Google ads\clicks-conversion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29343"/>
            <a:ext cx="81534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7443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user\Desktop\SUPANTHA IT\SR DREAM IT\Students review\Website images\Google ads portfolio\Google ads\google-ads-monthly-budget-ending-gianpaolo-lorusso-adworld-experience-800x49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62000"/>
            <a:ext cx="7620001" cy="467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630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user\Desktop\SUPANTHA IT\SR DREAM IT\Students review\Website images\Google ads portfolio\Google ads\Portfolio-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55926"/>
            <a:ext cx="79248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1582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user\Desktop\SUPANTHA IT\SR DREAM IT\Students review\Website images\Google ads portfolio\Google ads\Screenshot_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09600"/>
            <a:ext cx="7315200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5169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user\Desktop\SUPANTHA IT\SR DREAM IT\Students review\Website images\Google ads portfolio\Google ads\Screenshot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33400"/>
            <a:ext cx="7343776" cy="508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1643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user\Desktop\SUPANTHA IT\SR DREAM IT\Students review\Website images\Google ads portfolio\Google ads\The-bidding-strategy-does-not-support-shared-budget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8363262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5934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</Words>
  <Application>Microsoft Office PowerPoint</Application>
  <PresentationFormat>On-screen Show (4:3)</PresentationFormat>
  <Paragraphs>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Google ads portfolio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ads portfolio</dc:title>
  <dc:creator>user</dc:creator>
  <cp:lastModifiedBy>user</cp:lastModifiedBy>
  <cp:revision>1</cp:revision>
  <dcterms:created xsi:type="dcterms:W3CDTF">2021-06-13T13:17:22Z</dcterms:created>
  <dcterms:modified xsi:type="dcterms:W3CDTF">2021-06-13T13:20:53Z</dcterms:modified>
</cp:coreProperties>
</file>